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7315200" cy="5486400" type="B5JIS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2973" y="1158240"/>
            <a:ext cx="5295395" cy="2663665"/>
          </a:xfrm>
        </p:spPr>
        <p:txBody>
          <a:bodyPr anchor="b"/>
          <a:lstStyle>
            <a:lvl1pPr>
              <a:defRPr sz="43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2973" y="3821904"/>
            <a:ext cx="5295395" cy="689136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22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92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950713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22049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974" y="2289387"/>
            <a:ext cx="5295394" cy="1532518"/>
          </a:xfrm>
        </p:spPr>
        <p:txBody>
          <a:bodyPr anchor="b"/>
          <a:lstStyle>
            <a:lvl1pPr algn="l">
              <a:defRPr sz="2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973" y="3821905"/>
            <a:ext cx="5295395" cy="688320"/>
          </a:xfrm>
        </p:spPr>
        <p:txBody>
          <a:bodyPr anchor="t"/>
          <a:lstStyle>
            <a:lvl1pPr marL="0" indent="0" algn="l">
              <a:buNone/>
              <a:defRPr sz="12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2pPr>
            <a:lvl3pPr marL="54864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3pPr>
            <a:lvl4pPr marL="82296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4pPr>
            <a:lvl5pPr marL="109728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5pPr>
            <a:lvl6pPr marL="137160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6pPr>
            <a:lvl7pPr marL="164592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7pPr>
            <a:lvl8pPr marL="192024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8pPr>
            <a:lvl9pPr marL="219456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242699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1988" y="1648461"/>
            <a:ext cx="2637803" cy="3356610"/>
          </a:xfrm>
        </p:spPr>
        <p:txBody>
          <a:bodyPr>
            <a:normAutofit/>
          </a:bodyPr>
          <a:lstStyle>
            <a:lvl1pPr>
              <a:defRPr sz="1080"/>
            </a:lvl1pPr>
            <a:lvl2pPr>
              <a:defRPr sz="960"/>
            </a:lvl2pPr>
            <a:lvl3pPr>
              <a:defRPr sz="840"/>
            </a:lvl3pPr>
            <a:lvl4pPr>
              <a:defRPr sz="720"/>
            </a:lvl4pPr>
            <a:lvl5pPr>
              <a:defRPr sz="720"/>
            </a:lvl5pPr>
            <a:lvl6pPr>
              <a:defRPr sz="720"/>
            </a:lvl6pPr>
            <a:lvl7pPr>
              <a:defRPr sz="720"/>
            </a:lvl7pPr>
            <a:lvl8pPr>
              <a:defRPr sz="720"/>
            </a:lvl8pPr>
            <a:lvl9pPr>
              <a:defRPr sz="72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92696" y="1644874"/>
            <a:ext cx="2637805" cy="3360196"/>
          </a:xfrm>
        </p:spPr>
        <p:txBody>
          <a:bodyPr>
            <a:normAutofit/>
          </a:bodyPr>
          <a:lstStyle>
            <a:lvl1pPr>
              <a:defRPr sz="1080"/>
            </a:lvl1pPr>
            <a:lvl2pPr>
              <a:defRPr sz="960"/>
            </a:lvl2pPr>
            <a:lvl3pPr>
              <a:defRPr sz="840"/>
            </a:lvl3pPr>
            <a:lvl4pPr>
              <a:defRPr sz="720"/>
            </a:lvl4pPr>
            <a:lvl5pPr>
              <a:defRPr sz="720"/>
            </a:lvl5pPr>
            <a:lvl6pPr>
              <a:defRPr sz="720"/>
            </a:lvl6pPr>
            <a:lvl7pPr>
              <a:defRPr sz="720"/>
            </a:lvl7pPr>
            <a:lvl8pPr>
              <a:defRPr sz="720"/>
            </a:lvl8pPr>
            <a:lvl9pPr>
              <a:defRPr sz="72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37344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988" y="1524000"/>
            <a:ext cx="2637803" cy="461010"/>
          </a:xfrm>
        </p:spPr>
        <p:txBody>
          <a:bodyPr anchor="b">
            <a:noAutofit/>
          </a:bodyPr>
          <a:lstStyle>
            <a:lvl1pPr marL="0" indent="0">
              <a:buNone/>
              <a:defRPr sz="144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988" y="2011680"/>
            <a:ext cx="2637803" cy="2993390"/>
          </a:xfrm>
        </p:spPr>
        <p:txBody>
          <a:bodyPr>
            <a:normAutofit/>
          </a:bodyPr>
          <a:lstStyle>
            <a:lvl1pPr>
              <a:defRPr sz="1080"/>
            </a:lvl1pPr>
            <a:lvl2pPr>
              <a:defRPr sz="960"/>
            </a:lvl2pPr>
            <a:lvl3pPr>
              <a:defRPr sz="840"/>
            </a:lvl3pPr>
            <a:lvl4pPr>
              <a:defRPr sz="720"/>
            </a:lvl4pPr>
            <a:lvl5pPr>
              <a:defRPr sz="720"/>
            </a:lvl5pPr>
            <a:lvl6pPr>
              <a:defRPr sz="720"/>
            </a:lvl6pPr>
            <a:lvl7pPr>
              <a:defRPr sz="720"/>
            </a:lvl7pPr>
            <a:lvl8pPr>
              <a:defRPr sz="720"/>
            </a:lvl8pPr>
            <a:lvl9pPr>
              <a:defRPr sz="72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92698" y="1524000"/>
            <a:ext cx="2637803" cy="461010"/>
          </a:xfrm>
        </p:spPr>
        <p:txBody>
          <a:bodyPr anchor="b">
            <a:noAutofit/>
          </a:bodyPr>
          <a:lstStyle>
            <a:lvl1pPr marL="0" indent="0">
              <a:buNone/>
              <a:defRPr sz="144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392698" y="2011680"/>
            <a:ext cx="2637803" cy="2993390"/>
          </a:xfrm>
        </p:spPr>
        <p:txBody>
          <a:bodyPr>
            <a:normAutofit/>
          </a:bodyPr>
          <a:lstStyle>
            <a:lvl1pPr>
              <a:defRPr sz="1080"/>
            </a:lvl1pPr>
            <a:lvl2pPr>
              <a:defRPr sz="960"/>
            </a:lvl2pPr>
            <a:lvl3pPr>
              <a:defRPr sz="840"/>
            </a:lvl3pPr>
            <a:lvl4pPr>
              <a:defRPr sz="720"/>
            </a:lvl4pPr>
            <a:lvl5pPr>
              <a:defRPr sz="720"/>
            </a:lvl5pPr>
            <a:lvl6pPr>
              <a:defRPr sz="720"/>
            </a:lvl6pPr>
            <a:lvl7pPr>
              <a:defRPr sz="720"/>
            </a:lvl7pPr>
            <a:lvl8pPr>
              <a:defRPr sz="720"/>
            </a:lvl8pPr>
            <a:lvl9pPr>
              <a:defRPr sz="72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20350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9574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654446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972" y="1158240"/>
            <a:ext cx="2040638" cy="1158240"/>
          </a:xfrm>
        </p:spPr>
        <p:txBody>
          <a:bodyPr anchor="b"/>
          <a:lstStyle>
            <a:lvl1pPr algn="l">
              <a:defRPr sz="144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70770" y="1158240"/>
            <a:ext cx="3117598" cy="3657600"/>
          </a:xfrm>
        </p:spPr>
        <p:txBody>
          <a:bodyPr anchor="ctr">
            <a:normAutofit/>
          </a:bodyPr>
          <a:lstStyle>
            <a:lvl1pPr>
              <a:defRPr sz="1200"/>
            </a:lvl1pPr>
            <a:lvl2pPr>
              <a:defRPr sz="1080"/>
            </a:lvl2pPr>
            <a:lvl3pPr>
              <a:defRPr sz="960"/>
            </a:lvl3pPr>
            <a:lvl4pPr>
              <a:defRPr sz="840"/>
            </a:lvl4pPr>
            <a:lvl5pPr>
              <a:defRPr sz="840"/>
            </a:lvl5pPr>
            <a:lvl6pPr>
              <a:defRPr sz="840"/>
            </a:lvl6pPr>
            <a:lvl7pPr>
              <a:defRPr sz="840"/>
            </a:lvl7pPr>
            <a:lvl8pPr>
              <a:defRPr sz="840"/>
            </a:lvl8pPr>
            <a:lvl9pPr>
              <a:defRPr sz="8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972" y="2503425"/>
            <a:ext cx="2040638" cy="2316479"/>
          </a:xfrm>
        </p:spPr>
        <p:txBody>
          <a:bodyPr/>
          <a:lstStyle>
            <a:lvl1pPr marL="0" indent="0">
              <a:buNone/>
              <a:defRPr sz="84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550984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344" y="1483354"/>
            <a:ext cx="3055744" cy="1259846"/>
          </a:xfrm>
        </p:spPr>
        <p:txBody>
          <a:bodyPr anchor="b">
            <a:normAutofit/>
          </a:bodyPr>
          <a:lstStyle>
            <a:lvl1pPr algn="l">
              <a:defRPr sz="216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69728" y="914400"/>
            <a:ext cx="1920240" cy="36576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"/>
            </a:lvl1pPr>
            <a:lvl2pPr marL="274320" indent="0">
              <a:buNone/>
              <a:defRPr sz="960"/>
            </a:lvl2pPr>
            <a:lvl3pPr marL="548640" indent="0">
              <a:buNone/>
              <a:defRPr sz="960"/>
            </a:lvl3pPr>
            <a:lvl4pPr marL="822960" indent="0">
              <a:buNone/>
              <a:defRPr sz="960"/>
            </a:lvl4pPr>
            <a:lvl5pPr marL="1097280" indent="0">
              <a:buNone/>
              <a:defRPr sz="960"/>
            </a:lvl5pPr>
            <a:lvl6pPr marL="1371600" indent="0">
              <a:buNone/>
              <a:defRPr sz="960"/>
            </a:lvl6pPr>
            <a:lvl7pPr marL="1645920" indent="0">
              <a:buNone/>
              <a:defRPr sz="960"/>
            </a:lvl7pPr>
            <a:lvl8pPr marL="1920240" indent="0">
              <a:buNone/>
              <a:defRPr sz="960"/>
            </a:lvl8pPr>
            <a:lvl9pPr marL="2194560" indent="0">
              <a:buNone/>
              <a:defRPr sz="96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973" y="2926080"/>
            <a:ext cx="3050987" cy="1097280"/>
          </a:xfrm>
        </p:spPr>
        <p:txBody>
          <a:bodyPr>
            <a:normAutofit/>
          </a:bodyPr>
          <a:lstStyle>
            <a:lvl1pPr marL="0" indent="0">
              <a:buNone/>
              <a:defRPr sz="84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423293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974" y="3840470"/>
            <a:ext cx="5295394" cy="453390"/>
          </a:xfrm>
        </p:spPr>
        <p:txBody>
          <a:bodyPr anchor="b">
            <a:normAutofit/>
          </a:bodyPr>
          <a:lstStyle>
            <a:lvl1pPr algn="l">
              <a:defRPr sz="144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2973" y="548640"/>
            <a:ext cx="5295395" cy="29125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"/>
            </a:lvl1pPr>
            <a:lvl2pPr marL="274320" indent="0">
              <a:buNone/>
              <a:defRPr sz="960"/>
            </a:lvl2pPr>
            <a:lvl3pPr marL="548640" indent="0">
              <a:buNone/>
              <a:defRPr sz="960"/>
            </a:lvl3pPr>
            <a:lvl4pPr marL="822960" indent="0">
              <a:buNone/>
              <a:defRPr sz="960"/>
            </a:lvl4pPr>
            <a:lvl5pPr marL="1097280" indent="0">
              <a:buNone/>
              <a:defRPr sz="960"/>
            </a:lvl5pPr>
            <a:lvl6pPr marL="1371600" indent="0">
              <a:buNone/>
              <a:defRPr sz="960"/>
            </a:lvl6pPr>
            <a:lvl7pPr marL="1645920" indent="0">
              <a:buNone/>
              <a:defRPr sz="960"/>
            </a:lvl7pPr>
            <a:lvl8pPr marL="1920240" indent="0">
              <a:buNone/>
              <a:defRPr sz="960"/>
            </a:lvl8pPr>
            <a:lvl9pPr marL="2194560" indent="0">
              <a:buNone/>
              <a:defRPr sz="96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973" y="4293860"/>
            <a:ext cx="5295394" cy="394970"/>
          </a:xfrm>
        </p:spPr>
        <p:txBody>
          <a:bodyPr>
            <a:normAutofit/>
          </a:bodyPr>
          <a:lstStyle>
            <a:lvl1pPr marL="0" indent="0">
              <a:buNone/>
              <a:defRPr sz="72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63406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973" y="1158240"/>
            <a:ext cx="5295395" cy="1584960"/>
          </a:xfrm>
        </p:spPr>
        <p:txBody>
          <a:bodyPr/>
          <a:lstStyle>
            <a:lvl1pPr>
              <a:defRPr sz="28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973" y="2926080"/>
            <a:ext cx="5295395" cy="1889760"/>
          </a:xfrm>
        </p:spPr>
        <p:txBody>
          <a:bodyPr anchor="ctr">
            <a:normAutofit/>
          </a:bodyPr>
          <a:lstStyle>
            <a:lvl1pPr marL="0" indent="0">
              <a:buNone/>
              <a:defRPr sz="108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05114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881" y="1158240"/>
            <a:ext cx="4799589" cy="1858699"/>
          </a:xfrm>
        </p:spPr>
        <p:txBody>
          <a:bodyPr/>
          <a:lstStyle>
            <a:lvl1pPr>
              <a:defRPr sz="28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158241" y="3016939"/>
            <a:ext cx="4367789" cy="273739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84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973" y="3480526"/>
            <a:ext cx="5295395" cy="1341120"/>
          </a:xfrm>
        </p:spPr>
        <p:txBody>
          <a:bodyPr anchor="ctr">
            <a:normAutofit/>
          </a:bodyPr>
          <a:lstStyle>
            <a:lvl1pPr marL="0" indent="0">
              <a:buNone/>
              <a:defRPr sz="108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  <p:sp>
        <p:nvSpPr>
          <p:cNvPr id="12" name="TextBox 11"/>
          <p:cNvSpPr txBox="1"/>
          <p:nvPr/>
        </p:nvSpPr>
        <p:spPr>
          <a:xfrm>
            <a:off x="538977" y="777003"/>
            <a:ext cx="481147" cy="12187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732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8294" y="2091030"/>
            <a:ext cx="481147" cy="12187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732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734889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972" y="2499361"/>
            <a:ext cx="5295396" cy="1322544"/>
          </a:xfrm>
        </p:spPr>
        <p:txBody>
          <a:bodyPr anchor="b"/>
          <a:lstStyle>
            <a:lvl1pPr algn="l">
              <a:defRPr sz="2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973" y="3821905"/>
            <a:ext cx="5295395" cy="688320"/>
          </a:xfrm>
        </p:spPr>
        <p:txBody>
          <a:bodyPr anchor="t"/>
          <a:lstStyle>
            <a:lvl1pPr marL="0" indent="0" algn="l">
              <a:buNone/>
              <a:defRPr sz="12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2pPr>
            <a:lvl3pPr marL="54864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3pPr>
            <a:lvl4pPr marL="82296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4pPr>
            <a:lvl5pPr marL="109728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5pPr>
            <a:lvl6pPr marL="137160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6pPr>
            <a:lvl7pPr marL="164592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7pPr>
            <a:lvl8pPr marL="192024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8pPr>
            <a:lvl9pPr marL="219456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1886804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5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9768" y="1584960"/>
            <a:ext cx="1768120" cy="461010"/>
          </a:xfrm>
        </p:spPr>
        <p:txBody>
          <a:bodyPr anchor="b">
            <a:noAutofit/>
          </a:bodyPr>
          <a:lstStyle>
            <a:lvl1pPr marL="0" indent="0">
              <a:buNone/>
              <a:defRPr sz="144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391478" y="2133600"/>
            <a:ext cx="1756410" cy="2871470"/>
          </a:xfrm>
        </p:spPr>
        <p:txBody>
          <a:bodyPr anchor="t">
            <a:normAutofit/>
          </a:bodyPr>
          <a:lstStyle>
            <a:lvl1pPr marL="0" indent="0">
              <a:buNone/>
              <a:defRPr sz="84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30196" y="1584960"/>
            <a:ext cx="1761745" cy="461010"/>
          </a:xfrm>
        </p:spPr>
        <p:txBody>
          <a:bodyPr anchor="b">
            <a:noAutofit/>
          </a:bodyPr>
          <a:lstStyle>
            <a:lvl1pPr marL="0" indent="0">
              <a:buNone/>
              <a:defRPr sz="144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323864" y="2133600"/>
            <a:ext cx="1768076" cy="2871470"/>
          </a:xfrm>
        </p:spPr>
        <p:txBody>
          <a:bodyPr anchor="t">
            <a:normAutofit/>
          </a:bodyPr>
          <a:lstStyle>
            <a:lvl1pPr marL="0" indent="0">
              <a:buNone/>
              <a:defRPr sz="84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274820" y="1584960"/>
            <a:ext cx="1759268" cy="461010"/>
          </a:xfrm>
        </p:spPr>
        <p:txBody>
          <a:bodyPr anchor="b">
            <a:noAutofit/>
          </a:bodyPr>
          <a:lstStyle>
            <a:lvl1pPr marL="0" indent="0">
              <a:buNone/>
              <a:defRPr sz="144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4274820" y="2133600"/>
            <a:ext cx="1759268" cy="2871470"/>
          </a:xfrm>
        </p:spPr>
        <p:txBody>
          <a:bodyPr anchor="t">
            <a:normAutofit/>
          </a:bodyPr>
          <a:lstStyle>
            <a:lvl1pPr marL="0" indent="0">
              <a:buNone/>
              <a:defRPr sz="84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235685" y="1706880"/>
            <a:ext cx="0" cy="316992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4177336" y="1706880"/>
            <a:ext cx="0" cy="3173506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465631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5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1478" y="3400759"/>
            <a:ext cx="1764030" cy="461010"/>
          </a:xfrm>
        </p:spPr>
        <p:txBody>
          <a:bodyPr anchor="b">
            <a:noAutofit/>
          </a:bodyPr>
          <a:lstStyle>
            <a:lvl1pPr marL="0" indent="0">
              <a:buNone/>
              <a:defRPr sz="144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391478" y="1767840"/>
            <a:ext cx="1764030" cy="12192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"/>
            </a:lvl1pPr>
            <a:lvl2pPr marL="274320" indent="0">
              <a:buNone/>
              <a:defRPr sz="960"/>
            </a:lvl2pPr>
            <a:lvl3pPr marL="548640" indent="0">
              <a:buNone/>
              <a:defRPr sz="960"/>
            </a:lvl3pPr>
            <a:lvl4pPr marL="822960" indent="0">
              <a:buNone/>
              <a:defRPr sz="960"/>
            </a:lvl4pPr>
            <a:lvl5pPr marL="1097280" indent="0">
              <a:buNone/>
              <a:defRPr sz="960"/>
            </a:lvl5pPr>
            <a:lvl6pPr marL="1371600" indent="0">
              <a:buNone/>
              <a:defRPr sz="960"/>
            </a:lvl6pPr>
            <a:lvl7pPr marL="1645920" indent="0">
              <a:buNone/>
              <a:defRPr sz="960"/>
            </a:lvl7pPr>
            <a:lvl8pPr marL="1920240" indent="0">
              <a:buNone/>
              <a:defRPr sz="960"/>
            </a:lvl8pPr>
            <a:lvl9pPr marL="2194560" indent="0">
              <a:buNone/>
              <a:defRPr sz="96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391478" y="3861769"/>
            <a:ext cx="1764030" cy="527351"/>
          </a:xfrm>
        </p:spPr>
        <p:txBody>
          <a:bodyPr anchor="t">
            <a:normAutofit/>
          </a:bodyPr>
          <a:lstStyle>
            <a:lvl1pPr marL="0" indent="0">
              <a:buNone/>
              <a:defRPr sz="84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33625" y="3400759"/>
            <a:ext cx="1758315" cy="461010"/>
          </a:xfrm>
        </p:spPr>
        <p:txBody>
          <a:bodyPr anchor="b">
            <a:noAutofit/>
          </a:bodyPr>
          <a:lstStyle>
            <a:lvl1pPr marL="0" indent="0">
              <a:buNone/>
              <a:defRPr sz="144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333625" y="1767840"/>
            <a:ext cx="1758315" cy="12192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"/>
            </a:lvl1pPr>
            <a:lvl2pPr marL="274320" indent="0">
              <a:buNone/>
              <a:defRPr sz="960"/>
            </a:lvl2pPr>
            <a:lvl3pPr marL="548640" indent="0">
              <a:buNone/>
              <a:defRPr sz="960"/>
            </a:lvl3pPr>
            <a:lvl4pPr marL="822960" indent="0">
              <a:buNone/>
              <a:defRPr sz="960"/>
            </a:lvl4pPr>
            <a:lvl5pPr marL="1097280" indent="0">
              <a:buNone/>
              <a:defRPr sz="960"/>
            </a:lvl5pPr>
            <a:lvl6pPr marL="1371600" indent="0">
              <a:buNone/>
              <a:defRPr sz="960"/>
            </a:lvl6pPr>
            <a:lvl7pPr marL="1645920" indent="0">
              <a:buNone/>
              <a:defRPr sz="960"/>
            </a:lvl7pPr>
            <a:lvl8pPr marL="1920240" indent="0">
              <a:buNone/>
              <a:defRPr sz="960"/>
            </a:lvl8pPr>
            <a:lvl9pPr marL="2194560" indent="0">
              <a:buNone/>
              <a:defRPr sz="96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332813" y="3861769"/>
            <a:ext cx="1760644" cy="527351"/>
          </a:xfrm>
        </p:spPr>
        <p:txBody>
          <a:bodyPr anchor="t">
            <a:normAutofit/>
          </a:bodyPr>
          <a:lstStyle>
            <a:lvl1pPr marL="0" indent="0">
              <a:buNone/>
              <a:defRPr sz="84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274820" y="3400759"/>
            <a:ext cx="1759268" cy="461010"/>
          </a:xfrm>
        </p:spPr>
        <p:txBody>
          <a:bodyPr anchor="b">
            <a:noAutofit/>
          </a:bodyPr>
          <a:lstStyle>
            <a:lvl1pPr marL="0" indent="0">
              <a:buNone/>
              <a:defRPr sz="144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4274820" y="1767840"/>
            <a:ext cx="1759268" cy="12192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"/>
            </a:lvl1pPr>
            <a:lvl2pPr marL="274320" indent="0">
              <a:buNone/>
              <a:defRPr sz="960"/>
            </a:lvl2pPr>
            <a:lvl3pPr marL="548640" indent="0">
              <a:buNone/>
              <a:defRPr sz="960"/>
            </a:lvl3pPr>
            <a:lvl4pPr marL="822960" indent="0">
              <a:buNone/>
              <a:defRPr sz="960"/>
            </a:lvl4pPr>
            <a:lvl5pPr marL="1097280" indent="0">
              <a:buNone/>
              <a:defRPr sz="960"/>
            </a:lvl5pPr>
            <a:lvl6pPr marL="1371600" indent="0">
              <a:buNone/>
              <a:defRPr sz="960"/>
            </a:lvl6pPr>
            <a:lvl7pPr marL="1645920" indent="0">
              <a:buNone/>
              <a:defRPr sz="960"/>
            </a:lvl7pPr>
            <a:lvl8pPr marL="1920240" indent="0">
              <a:buNone/>
              <a:defRPr sz="960"/>
            </a:lvl8pPr>
            <a:lvl9pPr marL="2194560" indent="0">
              <a:buNone/>
              <a:defRPr sz="96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4274745" y="3861767"/>
            <a:ext cx="1761598" cy="527351"/>
          </a:xfrm>
        </p:spPr>
        <p:txBody>
          <a:bodyPr anchor="t">
            <a:normAutofit/>
          </a:bodyPr>
          <a:lstStyle>
            <a:lvl1pPr marL="0" indent="0">
              <a:buNone/>
              <a:defRPr sz="840"/>
            </a:lvl1pPr>
            <a:lvl2pPr marL="274320" indent="0">
              <a:buNone/>
              <a:defRPr sz="720"/>
            </a:lvl2pPr>
            <a:lvl3pPr marL="548640" indent="0">
              <a:buNone/>
              <a:defRPr sz="600"/>
            </a:lvl3pPr>
            <a:lvl4pPr marL="822960" indent="0">
              <a:buNone/>
              <a:defRPr sz="540"/>
            </a:lvl4pPr>
            <a:lvl5pPr marL="1097280" indent="0">
              <a:buNone/>
              <a:defRPr sz="540"/>
            </a:lvl5pPr>
            <a:lvl6pPr marL="1371600" indent="0">
              <a:buNone/>
              <a:defRPr sz="540"/>
            </a:lvl6pPr>
            <a:lvl7pPr marL="1645920" indent="0">
              <a:buNone/>
              <a:defRPr sz="540"/>
            </a:lvl7pPr>
            <a:lvl8pPr marL="1920240" indent="0">
              <a:buNone/>
              <a:defRPr sz="540"/>
            </a:lvl8pPr>
            <a:lvl9pPr marL="2194560" indent="0">
              <a:buNone/>
              <a:defRPr sz="54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235685" y="1706880"/>
            <a:ext cx="0" cy="316992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4177336" y="1706880"/>
            <a:ext cx="0" cy="3173506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2637595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559932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82527" y="344171"/>
            <a:ext cx="1051561" cy="4660900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1478" y="709931"/>
            <a:ext cx="4453889" cy="429513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73009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135748"/>
            <a:ext cx="2422207" cy="335065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313878"/>
            <a:ext cx="913447" cy="189236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5165407" y="1341120"/>
            <a:ext cx="1691640" cy="225552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4799648" y="0"/>
            <a:ext cx="962032" cy="91312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5163527" y="4876800"/>
            <a:ext cx="596240" cy="6096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62687" y="0"/>
            <a:ext cx="41148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7667" y="362174"/>
            <a:ext cx="5642834" cy="11204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987" y="1642335"/>
            <a:ext cx="5367925" cy="3356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5994324" y="1463041"/>
            <a:ext cx="792479" cy="18287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66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03C0CA2-AF3B-45DA-B95C-F3B757DF4AEA}" type="datetimeFigureOut">
              <a:rPr lang="es-GT" smtClean="0"/>
              <a:t>7/08/2026</a:t>
            </a:fld>
            <a:endParaRPr lang="es-G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4984965" y="2610718"/>
            <a:ext cx="3087836" cy="18288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66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6211525" y="236583"/>
            <a:ext cx="502919" cy="6141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68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A1B9F3-D9AB-4E80-BD88-E1CDBD879FE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371238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274320" rtl="0" eaLnBrk="1" latinLnBrk="0" hangingPunct="1">
        <a:spcBef>
          <a:spcPct val="0"/>
        </a:spcBef>
        <a:buNone/>
        <a:defRPr sz="252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5740" indent="-20574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445770" indent="-17145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8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685800" indent="-13716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96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960120" indent="-13716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84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234440" indent="-13716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84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503600" indent="-13716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84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1783080" indent="-13716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84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057400" indent="-13716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84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331720" indent="-137160" algn="l" defTabSz="274320" rtl="0" eaLnBrk="1" latinLnBrk="0" hangingPunct="1">
        <a:spcBef>
          <a:spcPts val="6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84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27432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926140-CB0E-C157-5FDA-E03D9B6242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sz="4000"/>
              <a:t>Formulario Contenedor (Menú MDI)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28D089B-133C-AA8E-C377-E8631A2207B3}"/>
              </a:ext>
            </a:extLst>
          </p:cNvPr>
          <p:cNvSpPr txBox="1"/>
          <p:nvPr/>
        </p:nvSpPr>
        <p:spPr>
          <a:xfrm>
            <a:off x="1016000" y="2032000"/>
            <a:ext cx="8890000" cy="25545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GT" sz="2000"/>
              <a:t>Investigación aplicada al Sistema de Ventas en Java Swing
Josue Zetino
Materia: ____________________
Fecha: ____________________
Repositorio: https://github.com/jzetinob/sistema-ventas</a:t>
            </a:r>
          </a:p>
        </p:txBody>
      </p:sp>
    </p:spTree>
    <p:extLst>
      <p:ext uri="{BB962C8B-B14F-4D97-AF65-F5344CB8AC3E}">
        <p14:creationId xmlns:p14="http://schemas.microsoft.com/office/powerpoint/2010/main" val="2783992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0B3DF5-47A4-A9AB-A40C-E1602D425E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¿Qué es un formulario contenedor (MDI)?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A5C7F1-9074-0B63-40E2-468135020B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s-GT" sz="1800"/>
              <a:t>MDI (Multiple Document Interface) es una arquitectura donde una ventana principal (contenedor) aloja dentro de sí varias ventanas hijas, en lugar de abrirlas como ventanas independientes del sistema operativo.
- Las ventanas hijas se mueven, minimizan, maximizan y cierran dentro del contenedor, sin salir de él.
- Una sola barra de menú controla todas las ventanas abiertas.
- Modelo clásico: Excel, NetBeans, Eclipse, Office antiguo.
En Java Swing se arma con 3 piezas:
- JFrame (padre) con su JMenuBar
- JDesktopPane (el escritorio donde viven las hijas)
- JInternalFrame (cada ventana hija)</a:t>
            </a:r>
          </a:p>
        </p:txBody>
      </p:sp>
    </p:spTree>
    <p:extLst>
      <p:ext uri="{BB962C8B-B14F-4D97-AF65-F5344CB8AC3E}">
        <p14:creationId xmlns:p14="http://schemas.microsoft.com/office/powerpoint/2010/main" val="175112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63E467-796F-F53F-EE02-BDDE8BAD11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¿Qué es un JDesktopPane?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3DBFF6-E899-1012-5783-4F8E3A3E6A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s-GT" sz="1800"/>
              <a:t>Contenedor especializado que funciona como el "escritorio" donde viven las ventanas internas. Gestiona capas y delega el maximizar/minimizar al DesktopManager.
En el proyecto (FrmPrincipal.java), el desktop es el contenido de la ventana principal:
    jDesktopPane = new javax.swing.JDesktopPane();
    jDesktopPane.setBackground(new java.awt.Color(204, 204, 204));
    ...
    layout.addComponent(jDesktopPane, DEFAULT_SIZE, 900, Short.MAX_VALUE);
Las ventanas abiertas se consultan con jDesktopPane.getAllFrames().</a:t>
            </a:r>
          </a:p>
        </p:txBody>
      </p:sp>
    </p:spTree>
    <p:extLst>
      <p:ext uri="{BB962C8B-B14F-4D97-AF65-F5344CB8AC3E}">
        <p14:creationId xmlns:p14="http://schemas.microsoft.com/office/powerpoint/2010/main" val="2018036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8E47E0-FD45-01E4-BD98-CF946E5A94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¿Qué es un JInternalFrame?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DAD4664-693D-26DF-B1F5-B79B9108C3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s-GT" sz="1800"/>
              <a:t>Equivalente interno de un JFrame: tiene barra de título y botones, pero NO es una ventana del sistema operativo; solo existe dentro del JDesktopPane.
Propiedades típicas:
- setClosable(true)      -&gt; se puede cerrar
- setIconifiable(true)    -&gt; se puede minimizar (queda como icono)
- setMaximizable(true)    -&gt; se puede maximizar
- setResizable(true)      -&gt; se puede redimensionar
En el proyecto, todos los formularios pasaron de JFrame a JInternalFrame (FrmFactura, FrmProductos, FrmClientes, FrmListaFacturas, FrmDetalleFactura). No pueden mostrarse solos, por eso se quitaron sus main().</a:t>
            </a:r>
          </a:p>
        </p:txBody>
      </p:sp>
    </p:spTree>
    <p:extLst>
      <p:ext uri="{BB962C8B-B14F-4D97-AF65-F5344CB8AC3E}">
        <p14:creationId xmlns:p14="http://schemas.microsoft.com/office/powerpoint/2010/main" val="1358696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F613E2-364E-9A11-FC83-E37DC76B0F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¿Cómo funciona un JMenuBar?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952B93C-8A73-FC2A-75E7-2CDA557C9A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s-GT" sz="1800"/>
              <a:t>Barra de menús del contenedor (setJMenuBar). Contiene JMenu (Archivo, Catálogos, Ventana...) y cada menú tiene JMenuItem que lanzan ActionEvent.
En MDI la barra pertenece al contenedor y controla todas las ventanas hijas. En el proyecto se agregó el menú Ventana:
    miCascada.setText("Cascada");
    miCascada.addActionListener(... -&gt; miCascadaActionPerformed);
    mnVentana.add(miCascada);
    // Mosaico, Minimizar todo, Restaurar todo
    setJMenuBar(jMenuBar1);</a:t>
            </a:r>
          </a:p>
        </p:txBody>
      </p:sp>
    </p:spTree>
    <p:extLst>
      <p:ext uri="{BB962C8B-B14F-4D97-AF65-F5344CB8AC3E}">
        <p14:creationId xmlns:p14="http://schemas.microsoft.com/office/powerpoint/2010/main" val="2437682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2B5994-865B-3B22-69BD-9161502667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¿Cómo abrir formularios hijos desde un menú?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95EEB8-CAD2-473A-D189-191FA74F14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s-GT" sz="1800"/>
              <a:t>Patrón: el ActionListener del JMenuItem agrega el JInternalFrame al JDesktopPane, lo hace visible y lo selecciona. Método central en FrmPrincipal:
    private void abrirFormulario(JInternalFrame frame) {
        if (!frame.isVisible()) {
            jDesktopPane.add(frame);
            frame.setVisible(true);
            frame.setLocation(centro del escritorio);
        }
        frame.setSelected(true);
        frame.toFront();
    }
El menú Ventana organiza las ventanas con jDesktopPane.getAllFrames(): cascada (diagonal), mosaico (grilla), minimizar/restaurar todo.</a:t>
            </a:r>
          </a:p>
        </p:txBody>
      </p:sp>
    </p:spTree>
    <p:extLst>
      <p:ext uri="{BB962C8B-B14F-4D97-AF65-F5344CB8AC3E}">
        <p14:creationId xmlns:p14="http://schemas.microsoft.com/office/powerpoint/2010/main" val="1353851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E98DE-4A46-2F9C-B86B-BE96D7E7E6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App Mdi Cascada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957E83D-9D8E-71C9-3ABE-EAA4F2916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1270000"/>
            <a:ext cx="7315200" cy="3859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8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828706-746C-FC98-DCB4-C195F1B3C5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Catalogo Clientes Mdi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7CA6217-BA66-48E1-C9E9-95DB450AF6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1270000"/>
            <a:ext cx="7315200" cy="3833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926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14841-D304-69F2-C847-7EF4ECFFDB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Menu Ventana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0EB759F-F4FF-F767-8708-DD1083444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1270000"/>
            <a:ext cx="7315200" cy="3884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587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958248-4EC4-7A82-D84B-D42FDD075D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Ventana Maximizada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5C5B971-548B-1C60-CAA8-FA31B06FD3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1270000"/>
            <a:ext cx="7315200" cy="3840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430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69536A-6A95-9912-5219-02B511378B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Multiples Ventanas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AD91CBD-CB30-9910-968B-06E7684E8B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1270000"/>
            <a:ext cx="7315200" cy="3878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631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4ABEDF-D085-C562-DE79-A63F089C7F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Ventajas de la arquitectura MDI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2A4AC69-8028-EB76-3480-8E01E9EDFD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s-GT" sz="1800"/>
              <a:t>- Un solo menú central que aplica a todas las ventanas hijas.
- Orden visual: todo el trabajo ocurre dentro de una sola ventana.
- Gestión integrada de ventanas: cascada, mosaico, minimizar/restaurar todo.
- Ventanas ligeras: los JInternalFrame no crean ventanas nativas del SO.
- Estado compartido entre formularios (ej. el escritorio común).
- Concentración en la tarea sin cambiar de ventana del sistema.</a:t>
            </a:r>
          </a:p>
        </p:txBody>
      </p:sp>
    </p:spTree>
    <p:extLst>
      <p:ext uri="{BB962C8B-B14F-4D97-AF65-F5344CB8AC3E}">
        <p14:creationId xmlns:p14="http://schemas.microsoft.com/office/powerpoint/2010/main" val="27498235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AF4932-3E35-0E10-5660-26669E5EB1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Dificultades encontradas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FC8864A-EEF2-3D8F-5603-1C11324400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s-GT" sz="1800"/>
              <a:t>- Los JInternalFrame no tienen setLocationRelativeTo(null): el centrado se hace manualmente contra el JDesktopPane.
- Los formularios hijos dejaron de poder abrirse solos (sin escritorio), por lo que se eliminaron sus main().
- El diálogo de vista previa de impresión recibía un JFrame como padre; se cambió para aceptar cualquier componente y resolver la ventana contenedora (getWindowAncestor).
- La lista de facturas necesitaba referencia al escritorio para abrir el detalle como ventana interna.</a:t>
            </a:r>
          </a:p>
        </p:txBody>
      </p:sp>
    </p:spTree>
    <p:extLst>
      <p:ext uri="{BB962C8B-B14F-4D97-AF65-F5344CB8AC3E}">
        <p14:creationId xmlns:p14="http://schemas.microsoft.com/office/powerpoint/2010/main" val="146220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F21F9-D815-65F2-E676-B1F86D6E7E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/>
              <a:t>Bibliografía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4D2AE6A-8043-59E2-4D1F-533009A605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s-GT" sz="1800"/>
              <a:t>- Oracle. How to Use Internal Frames (Java Swing Tutorial)
  https://docs.oracle.com/javase/tutorial/uiswing/components/internalframe.html
- Oracle. How to Use Desktop Panes
  https://docs.oracle.com/javase/tutorial/uiswing/components/desktoppane.html
- Oracle. How to Use Menus
  https://docs.oracle.com/javase/tutorial/uiswing/components/menu.html
- API Java SE: JDesktopPane y JInternalFrame
  https://docs.oracle.com/en/java/javase/25/docs/api/java.desktop/javax/swing/</a:t>
            </a:r>
          </a:p>
        </p:txBody>
      </p:sp>
    </p:spTree>
    <p:extLst>
      <p:ext uri="{BB962C8B-B14F-4D97-AF65-F5344CB8AC3E}">
        <p14:creationId xmlns:p14="http://schemas.microsoft.com/office/powerpoint/2010/main" val="41051128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960</Words>
  <Application>Microsoft Office PowerPoint</Application>
  <PresentationFormat>Personalizado</PresentationFormat>
  <Paragraphs>23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Century Gothic</vt:lpstr>
      <vt:lpstr>Wingdings 3</vt:lpstr>
      <vt:lpstr>Ion</vt:lpstr>
      <vt:lpstr>Formulario Contenedor (Menú MDI)</vt:lpstr>
      <vt:lpstr>¿Qué es un formulario contenedor (MDI)?</vt:lpstr>
      <vt:lpstr>¿Qué es un JDesktopPane?</vt:lpstr>
      <vt:lpstr>¿Qué es un JInternalFrame?</vt:lpstr>
      <vt:lpstr>¿Cómo funciona un JMenuBar?</vt:lpstr>
      <vt:lpstr>¿Cómo abrir formularios hijos desde un menú?</vt:lpstr>
      <vt:lpstr>App Mdi Cascada</vt:lpstr>
      <vt:lpstr>Catalogo Clientes Mdi</vt:lpstr>
      <vt:lpstr>Menu Ventana</vt:lpstr>
      <vt:lpstr>Ventana Maximizada</vt:lpstr>
      <vt:lpstr>Multiples Ventanas</vt:lpstr>
      <vt:lpstr>Ventajas de la arquitectura MDI</vt:lpstr>
      <vt:lpstr>Dificultades encontradas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1712602 - JOSUE DAVID ZETINO BOCH</dc:creator>
  <cp:lastModifiedBy>1712602 - JOSUE DAVID ZETINO BOCH</cp:lastModifiedBy>
  <cp:revision>1</cp:revision>
  <dcterms:created xsi:type="dcterms:W3CDTF">2026-08-08T03:15:03Z</dcterms:created>
  <dcterms:modified xsi:type="dcterms:W3CDTF">2026-08-08T03:15:04Z</dcterms:modified>
</cp:coreProperties>
</file>