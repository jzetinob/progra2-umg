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7315200" cy="5486400" type="B5JIS"/>
  <p:notesSz cx="6858000" cy="9144000"/>
  <p:defaultTextStyle>
    <a:defPPr>
      <a:defRPr lang="es-GT"/>
    </a:defPPr>
    <a:lvl1pPr marL="0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1pPr>
    <a:lvl2pPr marL="307238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2pPr>
    <a:lvl3pPr marL="614477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3pPr>
    <a:lvl4pPr marL="921715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4pPr>
    <a:lvl5pPr marL="1228954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5pPr>
    <a:lvl6pPr marL="1536192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6pPr>
    <a:lvl7pPr marL="1843430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7pPr>
    <a:lvl8pPr marL="2150669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8pPr>
    <a:lvl9pPr marL="2457907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2AA1B-131B-9E52-AF26-BA29A3EA0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97890"/>
            <a:ext cx="5486400" cy="191008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767F6B-262C-3517-E8EC-1E3842B98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2881630"/>
            <a:ext cx="5486400" cy="1324610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EED8B4-1024-15BE-23B5-5468913F3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F7005-820C-452D-BD0A-9792EB6D2BE3}" type="datetimeFigureOut">
              <a:rPr lang="es-GT" smtClean="0"/>
              <a:t>7/08/2026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8866A4-71B8-A597-53A0-A7A035999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BBA461-C792-551E-2DA4-31E8A26E3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D0973-D230-4D6C-8B64-DA38D2160AA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287112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50C56-FAD1-231F-9AD8-3CEFE68FC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5FE329-A6A6-FBCB-2FAA-DC4C09312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1131F2-6790-FD37-31BC-E1D63A2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F7005-820C-452D-BD0A-9792EB6D2BE3}" type="datetimeFigureOut">
              <a:rPr lang="es-GT" smtClean="0"/>
              <a:t>7/08/2026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26BC82-4249-C35E-E22E-E1309741F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622B6D-CE23-43CC-8202-3A8633941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D0973-D230-4D6C-8B64-DA38D2160AA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9106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32C614-D7F3-67BD-FE6B-55BC01F24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110" y="1367791"/>
            <a:ext cx="6309360" cy="228219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02D51B-22BF-4F59-D60B-67861768F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9110" y="3671571"/>
            <a:ext cx="6309360" cy="1200150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FF4B01-B422-0151-CE2F-1621C0973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F7005-820C-452D-BD0A-9792EB6D2BE3}" type="datetimeFigureOut">
              <a:rPr lang="es-GT" smtClean="0"/>
              <a:t>7/08/2026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D2B427-E626-C16D-4A9E-E798B204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2FA1EF-32D9-D338-2B73-D82C36DF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D0973-D230-4D6C-8B64-DA38D2160AA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96728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83E83A-8306-0AA6-42A5-4B60F76BC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A030DF-7885-59B3-B947-7532491727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460500"/>
            <a:ext cx="3108960" cy="348107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8FC0266-46AE-7C36-A0D6-E1E7E419F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03320" y="1460500"/>
            <a:ext cx="3108960" cy="348107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34705D-D6E0-BCB0-7567-0740DE348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F7005-820C-452D-BD0A-9792EB6D2BE3}" type="datetimeFigureOut">
              <a:rPr lang="es-GT" smtClean="0"/>
              <a:t>7/08/2026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5D3AE2-3FFE-8399-8F2F-B8ABE2FB6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3DACA1E-92A8-CC3C-A9D8-9B76DBE9A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D0973-D230-4D6C-8B64-DA38D2160AA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0209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39E6DB-1ACC-B6E4-C22C-39209652B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3" y="292101"/>
            <a:ext cx="6309360" cy="106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94B364-35A4-5287-62EF-C5894BFB6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873" y="1344930"/>
            <a:ext cx="3094672" cy="659130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9015F04-25A8-78A4-7486-942A6445A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3873" y="2004060"/>
            <a:ext cx="3094672" cy="294767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7FBB756-59BF-B48D-2F62-AD16EF7653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703320" y="1344930"/>
            <a:ext cx="3109913" cy="659130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469EC23-6339-2B0E-3629-31A0F5E9B9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703320" y="2004060"/>
            <a:ext cx="3109913" cy="294767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43F0B90-9012-B563-CA7F-5C63BDB5F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F7005-820C-452D-BD0A-9792EB6D2BE3}" type="datetimeFigureOut">
              <a:rPr lang="es-GT" smtClean="0"/>
              <a:t>7/08/2026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67B115A-7EA3-B28F-BF88-3C8FD6702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58C016D-2E8A-3765-B1EA-DCD8303C4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D0973-D230-4D6C-8B64-DA38D2160AA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383031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EF33FF-2858-6EE1-3C4A-A5DC61917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DB59E22-4BAE-EF96-A59F-C90B24793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F7005-820C-452D-BD0A-9792EB6D2BE3}" type="datetimeFigureOut">
              <a:rPr lang="es-GT" smtClean="0"/>
              <a:t>7/08/2026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12FF968-473E-AFA8-2BEA-D1FD90D40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78FA025-A6DE-CAA9-AE59-D44053197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D0973-D230-4D6C-8B64-DA38D2160AA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363207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ACDED7D-E275-4083-A9FF-C34488FBD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F7005-820C-452D-BD0A-9792EB6D2BE3}" type="datetimeFigureOut">
              <a:rPr lang="es-GT" smtClean="0"/>
              <a:t>7/08/2026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9591CA8-9317-F49C-56E0-F9052C6AB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92E99F-919F-F5D6-D639-9393E92B5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D0973-D230-4D6C-8B64-DA38D2160AA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24620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672A5A-3025-8F49-E7F9-400D1CD13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3" y="365760"/>
            <a:ext cx="2359342" cy="128016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D6CBEB-84F6-1565-14D3-4071E86C5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9913" y="789940"/>
            <a:ext cx="3703320" cy="3898900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A08993A-CC66-2174-DF4A-C445A8126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3873" y="1645920"/>
            <a:ext cx="2359342" cy="3049270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F18DF1-3548-D3F7-0FC5-BF961FF4C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F7005-820C-452D-BD0A-9792EB6D2BE3}" type="datetimeFigureOut">
              <a:rPr lang="es-GT" smtClean="0"/>
              <a:t>7/08/2026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AF538E7-F8E9-CF45-510F-28FB4667A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05D599E-0031-2EAB-BEE3-B51FD9040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D0973-D230-4D6C-8B64-DA38D2160AA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927791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FC7D98-D37B-9D16-CA91-C0BF7DF04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3" y="365760"/>
            <a:ext cx="2359342" cy="128016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A437220-DC80-E5D4-A86F-91D719D9C4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109913" y="789940"/>
            <a:ext cx="3703320" cy="3898900"/>
          </a:xfrm>
        </p:spPr>
        <p:txBody>
          <a:bodyPr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5918ED-A288-B68A-DEF3-9FB12EA12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3873" y="1645920"/>
            <a:ext cx="2359342" cy="3049270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4CF6E1-2909-2BA0-8FFB-228B0A166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F7005-820C-452D-BD0A-9792EB6D2BE3}" type="datetimeFigureOut">
              <a:rPr lang="es-GT" smtClean="0"/>
              <a:t>7/08/2026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D3CF73-808B-2034-7580-9591C5B12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2F7A15B-9898-7703-755B-3D51BB077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D0973-D230-4D6C-8B64-DA38D2160AA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71626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3AFC1C-0EFE-21A3-7097-8A28E693D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A27DF4F-F045-A517-5797-599508608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56A4CD-CABB-5F0E-777B-8EB91D895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F7005-820C-452D-BD0A-9792EB6D2BE3}" type="datetimeFigureOut">
              <a:rPr lang="es-GT" smtClean="0"/>
              <a:t>7/08/2026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7B111E-7C57-6E39-0229-03ECC978F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0BF44F-CA93-2AA6-C5C3-0CB93292F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D0973-D230-4D6C-8B64-DA38D2160AA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12610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5A0111-E4F2-ADA5-5BFB-51DBE9D221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234940" y="292100"/>
            <a:ext cx="1577340" cy="464947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7D8FCCB-276A-0079-A891-5E51CE988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2920" y="292100"/>
            <a:ext cx="4640580" cy="464947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BE71EC-D68B-2E90-8F67-04ADE2DB9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F7005-820C-452D-BD0A-9792EB6D2BE3}" type="datetimeFigureOut">
              <a:rPr lang="es-GT" smtClean="0"/>
              <a:t>7/08/2026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84F156-AFCB-61B3-2B71-A829719FD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8D4E4E-AA23-DB9C-007B-A7B961682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D0973-D230-4D6C-8B64-DA38D2160AA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87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4CF3A83-3ED1-0C06-538C-2AEC7E0FE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92101"/>
            <a:ext cx="630936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38489C-1422-FCBA-8EBF-DAF94D4D7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1460500"/>
            <a:ext cx="630936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CAFA25-7336-E33A-A307-8C4985B3E5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2920" y="5085080"/>
            <a:ext cx="164592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F7005-820C-452D-BD0A-9792EB6D2BE3}" type="datetimeFigureOut">
              <a:rPr lang="es-GT" smtClean="0"/>
              <a:t>7/08/2026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79084B-15CB-DE4B-69D6-C4C4BAD33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23160" y="5085080"/>
            <a:ext cx="246888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9E95B-63BE-EF40-7778-92666BAA2F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6360" y="5085080"/>
            <a:ext cx="164592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FD0973-D230-4D6C-8B64-DA38D2160AA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63287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8BEC6D-3352-CE46-9C7C-273A818C7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7620000" cy="1910080"/>
          </a:xfrm>
        </p:spPr>
        <p:txBody>
          <a:bodyPr>
            <a:normAutofit/>
          </a:bodyPr>
          <a:lstStyle/>
          <a:p>
            <a:r>
              <a:rPr lang="es-GT" sz="4000"/>
              <a:t>Formulario Contenedor (Menú MDI)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FBABA2B-2628-7900-31C7-70CE235301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9665EB3-E359-63EF-21A1-BEB008D69105}"/>
              </a:ext>
            </a:extLst>
          </p:cNvPr>
          <p:cNvSpPr txBox="1"/>
          <p:nvPr/>
        </p:nvSpPr>
        <p:spPr>
          <a:xfrm>
            <a:off x="762000" y="2540000"/>
            <a:ext cx="7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GT" sz="1600"/>
              <a:t>Investigación aplicada al Sistema de Ventas en Java Swing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6ED0BAC-C8A4-730A-6D6F-2D6B19D46A51}"/>
              </a:ext>
            </a:extLst>
          </p:cNvPr>
          <p:cNvSpPr txBox="1"/>
          <p:nvPr/>
        </p:nvSpPr>
        <p:spPr>
          <a:xfrm>
            <a:off x="762000" y="3810000"/>
            <a:ext cx="7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GT" sz="1600"/>
              <a:t>Josue Zetino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2FD593F-29DB-96A3-5512-0031BD5FCB57}"/>
              </a:ext>
            </a:extLst>
          </p:cNvPr>
          <p:cNvSpPr txBox="1"/>
          <p:nvPr/>
        </p:nvSpPr>
        <p:spPr>
          <a:xfrm>
            <a:off x="762000" y="4572000"/>
            <a:ext cx="7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GT" sz="1600"/>
              <a:t>Materia: _______________________________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AA3E6F2-71E8-333C-1FA8-7AC3E8E8562B}"/>
              </a:ext>
            </a:extLst>
          </p:cNvPr>
          <p:cNvSpPr txBox="1"/>
          <p:nvPr/>
        </p:nvSpPr>
        <p:spPr>
          <a:xfrm>
            <a:off x="762000" y="5080000"/>
            <a:ext cx="7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GT" sz="1600"/>
              <a:t>Fecha: _______________________________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34B3287-DB53-EEFB-EC04-57677AC511F1}"/>
              </a:ext>
            </a:extLst>
          </p:cNvPr>
          <p:cNvSpPr txBox="1"/>
          <p:nvPr/>
        </p:nvSpPr>
        <p:spPr>
          <a:xfrm>
            <a:off x="762000" y="5842000"/>
            <a:ext cx="7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GT" sz="1600"/>
              <a:t>Repositorio: https://github.com/jzetinob/sistema-ventas</a:t>
            </a:r>
          </a:p>
        </p:txBody>
      </p:sp>
    </p:spTree>
    <p:extLst>
      <p:ext uri="{BB962C8B-B14F-4D97-AF65-F5344CB8AC3E}">
        <p14:creationId xmlns:p14="http://schemas.microsoft.com/office/powerpoint/2010/main" val="4227747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3AF41-C4AE-C18D-71E5-A2BA2FE992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GT" sz="3200"/>
              <a:t>¿Qué es un formulario contenedor (MDI)?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961980-CCAC-DDBC-FF6E-25CF964EFC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6291823-E384-7BE0-5ECE-4BA9C8086401}"/>
              </a:ext>
            </a:extLst>
          </p:cNvPr>
          <p:cNvSpPr txBox="1"/>
          <p:nvPr/>
        </p:nvSpPr>
        <p:spPr>
          <a:xfrm>
            <a:off x="508000" y="1143000"/>
            <a:ext cx="8128000" cy="329320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GT" sz="1600"/>
              <a:t>MDI (Multiple Document Interface) es una arquitectura donde una ventana principal (contenedor) aloja dentro de sí varias ventanas hijas, en lugar de abrirlas como ventanas independientes del sistema operativo.
- Las hijas se mueven, minimizan, maximizan y cierran dentro del contenedor, sin salir de él.
- Una sola barra de menú controla todas las ventanas abiertas.
- Modelo clásico: Excel, NetBeans, Eclipse, Office antiguo.
En Java Swing se arma con 3 piezas:
- JFrame (padre) con su JMenuBar
- JDesktopPane (el escritorio)
- JInternalFrame (cada ventana hija)</a:t>
            </a:r>
          </a:p>
        </p:txBody>
      </p:sp>
    </p:spTree>
    <p:extLst>
      <p:ext uri="{BB962C8B-B14F-4D97-AF65-F5344CB8AC3E}">
        <p14:creationId xmlns:p14="http://schemas.microsoft.com/office/powerpoint/2010/main" val="1647542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CA7815-F449-B2AB-58BA-2CEB8E561D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GT" sz="3200"/>
              <a:t>¿Qué es un JDesktopPane?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EDEC41-4303-4F16-AB14-A2D79FB50E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CBD4D05-8DED-82C4-5180-E14FFFE21E5D}"/>
              </a:ext>
            </a:extLst>
          </p:cNvPr>
          <p:cNvSpPr txBox="1"/>
          <p:nvPr/>
        </p:nvSpPr>
        <p:spPr>
          <a:xfrm>
            <a:off x="508000" y="1143000"/>
            <a:ext cx="8128000" cy="280076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GT" sz="1600"/>
              <a:t>Contenedor especializado que funciona como el "escritorio" donde viven las ventanas internas. Gestiona capas y delega el maximizar/minimizar al DesktopManager.
En el proyecto (FrmPrincipal.java), el desktop es el contenido de la ventana principal:
jDesktopPane = new javax.swing.JDesktopPane();
jDesktopPane.setBackground(new java.awt.Color(204, 204, 204));
...
layout.addComponent(jDesktopPane, DEFAULT_SIZE, 900, Short.MAX_VALUE);
Las ventanas abiertas se consultan con jDesktopPane.getAllFrames().</a:t>
            </a:r>
          </a:p>
        </p:txBody>
      </p:sp>
    </p:spTree>
    <p:extLst>
      <p:ext uri="{BB962C8B-B14F-4D97-AF65-F5344CB8AC3E}">
        <p14:creationId xmlns:p14="http://schemas.microsoft.com/office/powerpoint/2010/main" val="1471379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1B4350-B80B-56CA-02F8-577A02300C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GT" sz="3200"/>
              <a:t>¿Qué es un JInternalFrame?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F255635-3730-1A83-C8E7-1A23C489FC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B0A5CBF-F57B-E187-0CB1-C34D81026852}"/>
              </a:ext>
            </a:extLst>
          </p:cNvPr>
          <p:cNvSpPr txBox="1"/>
          <p:nvPr/>
        </p:nvSpPr>
        <p:spPr>
          <a:xfrm>
            <a:off x="508000" y="1143000"/>
            <a:ext cx="8128000" cy="30469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GT" sz="1600"/>
              <a:t>Equivalente interno de un JFrame: tiene barra de título y botones, pero NO es una ventana del sistema operativo; solo existe dentro del JDesktopPane.
Propiedades típicas:
- setClosable(true)  -&gt; se puede cerrar
- setIconifiable(true) -&gt; se puede minimizar (queda como icono)
- setMaximizable(true) -&gt; se puede maximizar
- setResizable(true)  -&gt; se puede redimensionar
En el proyecto, todos los formularios pasaron de JFrame a JInternalFrame (FrmFactura, FrmProductos, FrmClientes, FrmListaFacturas, FrmDetalleFactura). No pueden mostrarse solos, por eso se quitaron sus main().</a:t>
            </a:r>
          </a:p>
        </p:txBody>
      </p:sp>
    </p:spTree>
    <p:extLst>
      <p:ext uri="{BB962C8B-B14F-4D97-AF65-F5344CB8AC3E}">
        <p14:creationId xmlns:p14="http://schemas.microsoft.com/office/powerpoint/2010/main" val="4026537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705E8E-58C4-4008-EC88-1DE1E65991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GT" sz="3200"/>
              <a:t>¿Cómo funciona un JMenuBar?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9131A1-ECDB-E3FE-6238-FAA4F76348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87EF9D9-2E67-307C-C708-4F13D15ADAB1}"/>
              </a:ext>
            </a:extLst>
          </p:cNvPr>
          <p:cNvSpPr txBox="1"/>
          <p:nvPr/>
        </p:nvSpPr>
        <p:spPr>
          <a:xfrm>
            <a:off x="508000" y="1143000"/>
            <a:ext cx="8128000" cy="280076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GT" sz="1600"/>
              <a:t>Barra de menús del contenedor (setJMenuBar). Contiene JMenu (Archivo, Catálogos, Ventana...) y cada menú tiene JMenuItem que lanzan ActionEvent.
En MDI la barra pertenece al contenedor y controla todas las ventanas hijas. En el proyecto se agregó el menú Ventana:
miCascada.setText("Cascada");
miCascada.addActionListener(... -&gt; miCascadaActionPerformed)
mnVentana.add(miCascada);
// Mosaico, Minimizar todo, Restaurar todo
setJMenuBar(jMenuBar1);</a:t>
            </a:r>
          </a:p>
        </p:txBody>
      </p:sp>
    </p:spTree>
    <p:extLst>
      <p:ext uri="{BB962C8B-B14F-4D97-AF65-F5344CB8AC3E}">
        <p14:creationId xmlns:p14="http://schemas.microsoft.com/office/powerpoint/2010/main" val="3138983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ABE38-473F-FA67-8098-447FD23A52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GT" sz="3200"/>
              <a:t>¿Cómo abrir formularios hijos desde un menú?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CBF7D26-E76C-1F91-944E-E7C4184D77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5F8C168-B058-130C-D5FE-D4DC156DE921}"/>
              </a:ext>
            </a:extLst>
          </p:cNvPr>
          <p:cNvSpPr txBox="1"/>
          <p:nvPr/>
        </p:nvSpPr>
        <p:spPr>
          <a:xfrm>
            <a:off x="508000" y="1143000"/>
            <a:ext cx="8128000" cy="37856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GT" sz="1600"/>
              <a:t>Patrón: el ActionListener del JMenuItem agrega el JInternalFrame al JDesktopPane, lo hace visible y lo selecciona. Método central en FrmPrincipal:
private void abrirFormulario(JInternalFrame frame) {
    if (!frame.isVisible()) {
        jDesktopPane.add(frame);
        frame.setVisible(true);
        frame.setLocation(centro del escritorio);
    }
    frame.setSelected(true);
    frame.toFront();
}
El menú Ventana organiza las ventanas con jDesktopPane.getAllFrames(): cascada (diagonal), mosaico (grilla), minimizar/restaurar todo.</a:t>
            </a:r>
          </a:p>
        </p:txBody>
      </p:sp>
    </p:spTree>
    <p:extLst>
      <p:ext uri="{BB962C8B-B14F-4D97-AF65-F5344CB8AC3E}">
        <p14:creationId xmlns:p14="http://schemas.microsoft.com/office/powerpoint/2010/main" val="21828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BB4C2-9D96-A125-ED9B-DDB7684CD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000" y="897890"/>
            <a:ext cx="8128000" cy="1910080"/>
          </a:xfrm>
        </p:spPr>
        <p:txBody>
          <a:bodyPr>
            <a:normAutofit/>
          </a:bodyPr>
          <a:lstStyle/>
          <a:p>
            <a:r>
              <a:rPr lang="es-GT" sz="3200"/>
              <a:t>App Mdi Cascada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F70942-E910-DDC0-8968-7648B036AB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19C71B3-34E2-D71B-96E0-E2794DFDF2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70000"/>
            <a:ext cx="7317209" cy="38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31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7403F-A755-7B5F-92B0-9DE0E9FE93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000" y="897890"/>
            <a:ext cx="8128000" cy="1910080"/>
          </a:xfrm>
        </p:spPr>
        <p:txBody>
          <a:bodyPr>
            <a:normAutofit/>
          </a:bodyPr>
          <a:lstStyle/>
          <a:p>
            <a:r>
              <a:rPr lang="es-GT" sz="3200"/>
              <a:t>Catalogo Clientes Mdi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770B67-1531-E419-3E15-232AD0C4DD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13B9030-69C9-6D1D-889D-7C0A6E0AD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70000"/>
            <a:ext cx="7319698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518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35628E-2909-8CA9-10A0-311830F4CD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000" y="897890"/>
            <a:ext cx="8128000" cy="1910080"/>
          </a:xfrm>
        </p:spPr>
        <p:txBody>
          <a:bodyPr>
            <a:normAutofit/>
          </a:bodyPr>
          <a:lstStyle/>
          <a:p>
            <a:r>
              <a:rPr lang="es-GT" sz="3200"/>
              <a:t>Menu Ventana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3BE4D6-3C27-D412-9029-E0AFD3AC70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3EFB18A-4A96-C3D8-BE20-EC7DCDBCC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70000"/>
            <a:ext cx="7317672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192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ECEA4E-E7D2-5057-8230-0BBBC2195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000" y="897890"/>
            <a:ext cx="8128000" cy="1910080"/>
          </a:xfrm>
        </p:spPr>
        <p:txBody>
          <a:bodyPr>
            <a:normAutofit/>
          </a:bodyPr>
          <a:lstStyle/>
          <a:p>
            <a:r>
              <a:rPr lang="es-GT" sz="3200"/>
              <a:t>Ventana Maximizada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F84F93-C953-8395-9F8E-07AC32EB75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E5DC811-BD8E-5F60-BAF0-FF47186A1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70000"/>
            <a:ext cx="7305160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119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B896BF-49BA-BE58-C8DC-7ED8317BD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000" y="897890"/>
            <a:ext cx="8128000" cy="1910080"/>
          </a:xfrm>
        </p:spPr>
        <p:txBody>
          <a:bodyPr>
            <a:normAutofit/>
          </a:bodyPr>
          <a:lstStyle/>
          <a:p>
            <a:r>
              <a:rPr lang="es-GT" sz="3200"/>
              <a:t>Multiples Ventanas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5247BB-A2C5-4181-F1FD-85CCC2C435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D7D75F1-044A-EFC9-C50E-4324454E3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70000"/>
            <a:ext cx="7305184" cy="387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458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1758B9-123C-8CEB-A19C-B357C79F17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GT" sz="3200"/>
              <a:t>Ventajas de la arquitectura MDI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AF0656-8A5D-6EE6-7065-648979A323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061197D-CF0E-DC0F-0CC2-98D7108F3672}"/>
              </a:ext>
            </a:extLst>
          </p:cNvPr>
          <p:cNvSpPr txBox="1"/>
          <p:nvPr/>
        </p:nvSpPr>
        <p:spPr>
          <a:xfrm>
            <a:off x="508000" y="1143000"/>
            <a:ext cx="8128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GT" sz="1600"/>
              <a:t>- Un solo menú central que aplica a todas las ventanas hijas.
- Orden visual: todo el trabajo ocurre dentro de una sola ventana.
- Gestión integrada: cascada, mosaico, minimizar/restaurar todo.
- Ventanas ligeras: los JInternalFrame no crean ventanas nativas del SO.
- Estado compartido entre formularios (ej. el escritorio común).
- Concentración en la tarea sin cambiar de ventana del sistema.</a:t>
            </a:r>
          </a:p>
        </p:txBody>
      </p:sp>
    </p:spTree>
    <p:extLst>
      <p:ext uri="{BB962C8B-B14F-4D97-AF65-F5344CB8AC3E}">
        <p14:creationId xmlns:p14="http://schemas.microsoft.com/office/powerpoint/2010/main" val="86895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50DA31-DFE4-E6D0-CC5E-5EFCF69567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GT" sz="3200"/>
              <a:t>Dificultades encontradas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4FB2EC-D238-E05C-7013-0782EC52E6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133BB49-21B7-FB08-865C-796BC825C743}"/>
              </a:ext>
            </a:extLst>
          </p:cNvPr>
          <p:cNvSpPr txBox="1"/>
          <p:nvPr/>
        </p:nvSpPr>
        <p:spPr>
          <a:xfrm>
            <a:off x="508000" y="1143000"/>
            <a:ext cx="8128000" cy="20621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GT" sz="1600"/>
              <a:t>- Los JInternalFrame no tienen setLocationRelativeTo(null): el centrado se hace manualmente contra el JDesktopPane.
- Los formularios hijos dejaron de poder abrirse solos (sin escritorio), por lo que se eliminaron sus main().
- El diálogo de vista previa de impresión recibía un JFrame como padre; se cambió para aceptar cualquier componente y resolver la ventana contenedora (getWindowAncestor).
- La lista de facturas necesitaba referencia al escritorio para abrir el detalle como ventana interna.</a:t>
            </a:r>
          </a:p>
        </p:txBody>
      </p:sp>
    </p:spTree>
    <p:extLst>
      <p:ext uri="{BB962C8B-B14F-4D97-AF65-F5344CB8AC3E}">
        <p14:creationId xmlns:p14="http://schemas.microsoft.com/office/powerpoint/2010/main" val="2398086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DE5C78-DE9A-98F4-5395-B7F19DACD5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GT" sz="3200"/>
              <a:t>Bibliografía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4E3632-3C73-9D72-B61F-D1839F05FC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DB986C6-BFB9-C79C-42CA-C7A3E4CAD3D3}"/>
              </a:ext>
            </a:extLst>
          </p:cNvPr>
          <p:cNvSpPr txBox="1"/>
          <p:nvPr/>
        </p:nvSpPr>
        <p:spPr>
          <a:xfrm>
            <a:off x="508000" y="1143000"/>
            <a:ext cx="8128000" cy="20621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GT" sz="1600"/>
              <a:t>- Oracle. How to Use Internal Frames (Java Swing Tutorial)
  https://docs.oracle.com/javase/tutorial/uiswing/components/internalframe.html
- Oracle. How to Use Desktop Panes
  https://docs.oracle.com/javase/tutorial/uiswing/components/desktoppane.html
- Oracle. How to Use Menus
  https://docs.oracle.com/javase/tutorial/uiswing/components/menu.html
- API Java SE: JDesktopPane y JInternalFrame
  https://docs.oracle.com/en/java/javase/25/docs/api/java.desktop/javax/swing/</a:t>
            </a:r>
          </a:p>
        </p:txBody>
      </p:sp>
    </p:spTree>
    <p:extLst>
      <p:ext uri="{BB962C8B-B14F-4D97-AF65-F5344CB8AC3E}">
        <p14:creationId xmlns:p14="http://schemas.microsoft.com/office/powerpoint/2010/main" val="6964119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935</Words>
  <Application>Microsoft Office PowerPoint</Application>
  <PresentationFormat>Personalizado</PresentationFormat>
  <Paragraphs>27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Tema de Office</vt:lpstr>
      <vt:lpstr>Formulario Contenedor (Menú MDI)</vt:lpstr>
      <vt:lpstr>¿Qué es un formulario contenedor (MDI)?</vt:lpstr>
      <vt:lpstr>¿Qué es un JDesktopPane?</vt:lpstr>
      <vt:lpstr>¿Qué es un JInternalFrame?</vt:lpstr>
      <vt:lpstr>¿Cómo funciona un JMenuBar?</vt:lpstr>
      <vt:lpstr>¿Cómo abrir formularios hijos desde un menú?</vt:lpstr>
      <vt:lpstr>App Mdi Cascada</vt:lpstr>
      <vt:lpstr>Catalogo Clientes Mdi</vt:lpstr>
      <vt:lpstr>Menu Ventana</vt:lpstr>
      <vt:lpstr>Ventana Maximizada</vt:lpstr>
      <vt:lpstr>Multiples Ventanas</vt:lpstr>
      <vt:lpstr>Ventajas de la arquitectura MDI</vt:lpstr>
      <vt:lpstr>Dificultades encontradas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1712602 - JOSUE DAVID ZETINO BOCH</dc:creator>
  <cp:lastModifiedBy>1712602 - JOSUE DAVID ZETINO BOCH</cp:lastModifiedBy>
  <cp:revision>1</cp:revision>
  <dcterms:created xsi:type="dcterms:W3CDTF">2026-08-08T03:11:45Z</dcterms:created>
  <dcterms:modified xsi:type="dcterms:W3CDTF">2026-08-08T03:11:45Z</dcterms:modified>
</cp:coreProperties>
</file>