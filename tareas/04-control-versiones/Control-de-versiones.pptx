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47" y="-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79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zetinob/sistema-venta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zetinob/sistema-venta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754880" cy="4754880"/>
          </a:xfrm>
          <a:prstGeom prst="ellipse">
            <a:avLst/>
          </a:prstGeom>
          <a:solidFill>
            <a:srgbClr val="44597A">
              <a:alpha val="38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Shape 1"/>
          <p:cNvSpPr/>
          <p:nvPr/>
        </p:nvSpPr>
        <p:spPr>
          <a:xfrm>
            <a:off x="10424160" y="4480560"/>
            <a:ext cx="3108960" cy="3108960"/>
          </a:xfrm>
          <a:prstGeom prst="ellipse">
            <a:avLst/>
          </a:prstGeom>
          <a:solidFill>
            <a:srgbClr val="44597A">
              <a:alpha val="2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4  ·  PROGRAMACIÓN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8778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Publicación y Control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Versiones del Proyecto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Ventas  ·  Git y GitHub como historial del semestre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 Zetino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40740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</a:t>
            </a:r>
            <a:r>
              <a:rPr lang="es-GT" sz="1500" dirty="0" err="1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ón</a:t>
            </a:r>
            <a:r>
              <a:rPr lang="es-GT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0974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 07 Agosto 2026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5440680"/>
            <a:ext cx="64922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051560" y="5440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3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2240280" y="544068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https://github.com/jzetinob/sistema-ventas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298448"/>
            <a:ext cx="10789920" cy="1325880"/>
          </a:xfrm>
          <a:prstGeom prst="roundRect">
            <a:avLst>
              <a:gd name="adj" fmla="val 4138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4" name="Text 2"/>
          <p:cNvSpPr/>
          <p:nvPr/>
        </p:nvSpPr>
        <p:spPr>
          <a:xfrm>
            <a:off x="1097280" y="1298448"/>
            <a:ext cx="9966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Utilizar Git y GitHub como herramienta de control de versiones para documentar el desarrollo del Sistema de Ventas durante el semestre, manteniendo un único repositorio con todo el avance registrado.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en números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6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7" name="Text 5"/>
          <p:cNvSpPr/>
          <p:nvPr/>
        </p:nvSpPr>
        <p:spPr>
          <a:xfrm>
            <a:off x="685800" y="36850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en main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103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cuenta 35 al excluir el merge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342900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6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3520440" y="36850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70332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principal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03320" y="49103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como única línea de desarrollo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55080" y="342900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6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5" name="Text 13"/>
          <p:cNvSpPr/>
          <p:nvPr/>
        </p:nvSpPr>
        <p:spPr>
          <a:xfrm>
            <a:off x="6355080" y="36850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53796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publicadas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49103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carpeta por entrega del semestre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89720" y="3429000"/>
            <a:ext cx="25146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127000" dist="25400" dir="5400000" algn="bl" rotWithShape="0">
              <a:srgbClr val="8FA0B8">
                <a:alpha val="26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9" name="Text 17"/>
          <p:cNvSpPr/>
          <p:nvPr/>
        </p:nvSpPr>
        <p:spPr>
          <a:xfrm>
            <a:off x="9189720" y="368503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372600" y="4526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72600" y="4910328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puede clonarlo sin cuenta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Control de Versiones  ·  Josue Zetino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del repositorio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semestre vive en un solo repositorio, organizado por código, documentación y entregables.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525780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Text 3"/>
          <p:cNvSpPr/>
          <p:nvPr/>
        </p:nvSpPr>
        <p:spPr>
          <a:xfrm>
            <a:off x="960120" y="18470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sistema-ventas/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176272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completo del proyecto en Java Swing con Maven.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46520" y="1664208"/>
            <a:ext cx="525780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8" name="Text 6"/>
          <p:cNvSpPr/>
          <p:nvPr/>
        </p:nvSpPr>
        <p:spPr>
          <a:xfrm>
            <a:off x="6720840" y="18470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pom.xml  ·  nbactions.xml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20840" y="2176272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Maven de NetBeans, dependencia del driver JDBC de SQLite y configuración de ejecución.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3035808"/>
            <a:ext cx="525780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960120" y="32186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547872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maestro: entregas, requisitos, cómo ejecutar y arquitectura del sistema.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3035808"/>
            <a:ext cx="525780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6720840" y="32186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3547872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PLAN.md con el historial de decisiones, ARQUITECTURA.md y un mini-tutorial de uso.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4407408"/>
            <a:ext cx="525780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Text 15"/>
          <p:cNvSpPr/>
          <p:nvPr/>
        </p:nvSpPr>
        <p:spPr>
          <a:xfrm>
            <a:off x="960120" y="45902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tareas/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919472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del semestre: documentos, presentaciones y PDF de cada tarea.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4407408"/>
            <a:ext cx="5257800" cy="1152144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6720840" y="4590288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.gitignore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4919472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datos/, capturas/, target/ y build/ del control de versiones.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 </a:t>
            </a:r>
            <a:r>
              <a:rPr lang="en-US" sz="12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(datos/) y las capturas de pantalla (capturas/) se excluyeron a propósito: son archivos locales de trabajo, no forman parte del código entregado.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Control de Versiones  ·  Josue Zetino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de commits por fases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commits documentan el avance en orden, desde el proyecto base hasta la integración con base de datos.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319272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319272" cy="502920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23544" y="169164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313432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commit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base del sistema de ventas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691640"/>
            <a:ext cx="3319272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319272" cy="502920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Text 8"/>
          <p:cNvSpPr/>
          <p:nvPr/>
        </p:nvSpPr>
        <p:spPr>
          <a:xfrm>
            <a:off x="4562856" y="169164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facturación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313432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FrmFactura.java — Java Swing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composición Factura-FacturaDetalle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ventana principal con menú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64424" y="1691640"/>
            <a:ext cx="3319272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3" name="Shape 11"/>
          <p:cNvSpPr/>
          <p:nvPr/>
        </p:nvSpPr>
        <p:spPr>
          <a:xfrm>
            <a:off x="7964424" y="1691640"/>
            <a:ext cx="3319272" cy="502920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2"/>
          <p:cNvSpPr/>
          <p:nvPr/>
        </p:nvSpPr>
        <p:spPr>
          <a:xfrm>
            <a:off x="8202168" y="1691640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 — Persistencia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38744" y="2313432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1: persistencia CSV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2: lista de facturas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3: catálogos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4: combos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5: impresión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6: validaciones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3913632"/>
            <a:ext cx="3319272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7" name="Shape 15"/>
          <p:cNvSpPr/>
          <p:nvPr/>
        </p:nvSpPr>
        <p:spPr>
          <a:xfrm>
            <a:off x="685800" y="3913632"/>
            <a:ext cx="3319272" cy="502920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8" name="Text 16"/>
          <p:cNvSpPr/>
          <p:nvPr/>
        </p:nvSpPr>
        <p:spPr>
          <a:xfrm>
            <a:off x="923544" y="391363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4535424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con autocompletado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Correlativo sin quemar, formato de precios y logging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913632"/>
            <a:ext cx="3319272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1" name="Shape 19"/>
          <p:cNvSpPr/>
          <p:nvPr/>
        </p:nvSpPr>
        <p:spPr>
          <a:xfrm>
            <a:off x="4325112" y="3913632"/>
            <a:ext cx="3319272" cy="502920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2" name="Text 20"/>
          <p:cNvSpPr/>
          <p:nvPr/>
        </p:nvSpPr>
        <p:spPr>
          <a:xfrm>
            <a:off x="4562856" y="391363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2 — MDI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99432" y="4535424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la app a formulario contenedor con JDesktopPane y JInternalFrame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64424" y="3913632"/>
            <a:ext cx="3319272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FA0B8">
                <a:alpha val="22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7964424" y="3913632"/>
            <a:ext cx="3319272" cy="502920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8202168" y="3913632"/>
            <a:ext cx="2843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3 — Base de datos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38744" y="4535424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9: integrar base de datos SQLite con JDBC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4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tarea tiene sus commits de implementación y su commit de entregable final, lo que evidencia el flujo completo: programar → documentar → publicar.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Control de Versiones  ·  Josue Zetino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572000" cy="4572000"/>
          </a:xfrm>
          <a:prstGeom prst="ellipse">
            <a:avLst/>
          </a:prstGeom>
          <a:solidFill>
            <a:srgbClr val="44597A">
              <a:alpha val="3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91440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09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en GitHub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publicado, historial de commits y actividad registrada en el proyecto.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público en GitHub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 main, 36 commits, estructura de carpetas y el README con el índice de entregas del semestre.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512725" y="1417320"/>
            <a:ext cx="7163501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crops/repo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733" y="1481328"/>
            <a:ext cx="7035485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 más recientes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finales de las tareas 2, 3 y 4, junto a la integración con base de datos y la conversión a MDI.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57323" y="1417320"/>
            <a:ext cx="7474306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crops/commits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331" y="1481328"/>
            <a:ext cx="7346290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Commits por fases del desarrollo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fases 1 a 6 de la tarea 1, más las correcciones y la documentación que acompañó cada avance.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28100" y="1417320"/>
            <a:ext cx="6932752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crops/commits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108" y="1481328"/>
            <a:ext cx="6804736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Contribuciones al repositorio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Insights de GitHub: 35 commits registrados en main, con 5,536 líneas agregadas.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91256" y="1417320"/>
            <a:ext cx="8006441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mnt/user-data/uploads/1786163761436_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264" y="1481328"/>
            <a:ext cx="7878425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9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60350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documentada en el README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088136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no solo guarda el código: también explica el patrón MVC y el historial de etapas del proyecto.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22283" y="1417320"/>
            <a:ext cx="6744386" cy="4837176"/>
          </a:xfrm>
          <a:prstGeom prst="roundRect">
            <a:avLst>
              <a:gd name="adj" fmla="val 378"/>
            </a:avLst>
          </a:prstGeom>
          <a:solidFill>
            <a:srgbClr val="FFFFFF"/>
          </a:solidFill>
          <a:ln/>
          <a:effectLst>
            <a:outerShdw blurRad="177800" dist="38100" dir="5400000" algn="bl" rotWithShape="0">
              <a:srgbClr val="6B7A90">
                <a:alpha val="35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pic>
        <p:nvPicPr>
          <p:cNvPr id="6" name="Image 0" descr="/home/claude/trabajo/crops/repo_arq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291" y="1481328"/>
            <a:ext cx="6616370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realizado en esta etapa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del control de versiones del proyecto.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10789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978408" y="1901952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78408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013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repositorio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103120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semestre en un solo repositorio, con la rama main como línea principal de desarrollo.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24328"/>
            <a:ext cx="10789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978408" y="280720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978408" y="2807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27066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frecuentes y descriptivos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008376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funcionalidad se registró por separado (fases 1 a 9) junto con sus correcciones y documentación.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529584"/>
            <a:ext cx="10789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978408" y="3712464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97840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6118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por tarea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391363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carpetas tareas/NN-nombre/, índice en el README.md y documentación técnica en docs/.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434840"/>
            <a:ext cx="10789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0" name="Shape 18"/>
          <p:cNvSpPr/>
          <p:nvPr/>
        </p:nvSpPr>
        <p:spPr>
          <a:xfrm>
            <a:off x="978408" y="4617720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1" name="Text 19"/>
          <p:cNvSpPr/>
          <p:nvPr/>
        </p:nvSpPr>
        <p:spPr>
          <a:xfrm>
            <a:off x="978408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54480" y="451713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con .gitignore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481888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local, capturas y binarios de compilación quedaron fuera del control de versiones.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5340096"/>
            <a:ext cx="107899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8FA0B8">
                <a:alpha val="20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25" name="Shape 23"/>
          <p:cNvSpPr/>
          <p:nvPr/>
        </p:nvSpPr>
        <p:spPr>
          <a:xfrm>
            <a:off x="978408" y="5522976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6" name="Text 24"/>
          <p:cNvSpPr/>
          <p:nvPr/>
        </p:nvSpPr>
        <p:spPr>
          <a:xfrm>
            <a:off x="978408" y="5522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542239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verificada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54480" y="5724144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avances se subieron a GitHub revisando el estado con git status antes de cada push.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Control de Versiones  ·  Josue Zetino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3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implementadas en el semestre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historial de commits documenta, tarea por tarea.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331927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114300" dist="25400" dir="5400000" algn="bl" rotWithShape="0">
              <a:srgbClr val="8FA0B8">
                <a:alpha val="24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960120" y="207568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960120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facturación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410712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NIT, fecha automática, número de factura correlativo (FAC-0001…), tabla de productos con subtotales y total, impresión con vista previa y validaciones.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783080"/>
            <a:ext cx="331927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114300" dist="25400" dir="5400000" algn="bl" rotWithShape="0">
              <a:srgbClr val="8FA0B8">
                <a:alpha val="24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4599432" y="207568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4599432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9432" y="260604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contenedor MDI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9432" y="3410712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principal con escritorio de ventanas internas usando JDesktopPane y JInternalFrame, con organización en cascada y mosaico.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64424" y="1783080"/>
            <a:ext cx="3319272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/>
          <a:effectLst>
            <a:outerShdw blurRad="114300" dist="25400" dir="5400000" algn="bl" rotWithShape="0">
              <a:srgbClr val="8FA0B8">
                <a:alpha val="24000"/>
              </a:srgbClr>
            </a:outerShdw>
          </a:effectLst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8238744" y="207568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8238744" y="207568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38744" y="2606040"/>
            <a:ext cx="2770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base de datos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38744" y="3410712"/>
            <a:ext cx="2770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mediante JDBC con cuatro tablas relacionales y persistencia permanente verificada al cerrar y reabrir la aplicación.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64190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Control de Versiones  ·  Josue Zetino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023360" cy="4023360"/>
          </a:xfrm>
          <a:prstGeom prst="ellipse">
            <a:avLst/>
          </a:prstGeom>
          <a:solidFill>
            <a:srgbClr val="44597A">
              <a:alpha val="30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3"/>
          <p:cNvSpPr/>
          <p:nvPr/>
        </p:nvSpPr>
        <p:spPr>
          <a:xfrm>
            <a:off x="1143000" y="2039112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Text 4"/>
          <p:cNvSpPr/>
          <p:nvPr/>
        </p:nvSpPr>
        <p:spPr>
          <a:xfrm>
            <a:off x="114300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 y verificable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3500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y GitHub permitieron conservar todo el desarrollo del semestre, con la fecha y el contenido de cada cambio.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191256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0" name="Shape 8"/>
          <p:cNvSpPr/>
          <p:nvPr/>
        </p:nvSpPr>
        <p:spPr>
          <a:xfrm>
            <a:off x="1143000" y="3447288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9"/>
          <p:cNvSpPr/>
          <p:nvPr/>
        </p:nvSpPr>
        <p:spPr>
          <a:xfrm>
            <a:off x="114300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337413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que cuentan la evolución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3758184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commits descriptivos hacen que cualquier persona entienda cómo creció el proyecto sin leer el código.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599432"/>
            <a:ext cx="10515600" cy="1170432"/>
          </a:xfrm>
          <a:prstGeom prst="roundRect">
            <a:avLst>
              <a:gd name="adj" fmla="val 3906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5" name="Shape 13"/>
          <p:cNvSpPr/>
          <p:nvPr/>
        </p:nvSpPr>
        <p:spPr>
          <a:xfrm>
            <a:off x="1143000" y="4855464"/>
            <a:ext cx="384048" cy="384048"/>
          </a:xfrm>
          <a:prstGeom prst="ellipse">
            <a:avLst/>
          </a:prstGeom>
          <a:solidFill>
            <a:srgbClr val="E09B2D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Text 14"/>
          <p:cNvSpPr/>
          <p:nvPr/>
        </p:nvSpPr>
        <p:spPr>
          <a:xfrm>
            <a:off x="1143000" y="4855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478231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es el medio de entrega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516636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puede clonarlo, compilarlo y revisar el historial completo desde un enlace </a:t>
            </a:r>
            <a:r>
              <a:rPr lang="en-US" sz="1250" dirty="0" err="1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r>
              <a:rPr lang="en-US" sz="1250">
                <a:solidFill>
                  <a:srgbClr val="C1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806440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20" name="Text 18"/>
          <p:cNvSpPr/>
          <p:nvPr/>
        </p:nvSpPr>
        <p:spPr>
          <a:xfrm>
            <a:off x="1097280" y="580644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9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público</a:t>
            </a:r>
            <a:endParaRPr lang="en-US" sz="1250" dirty="0"/>
          </a:p>
        </p:txBody>
      </p:sp>
      <p:sp>
        <p:nvSpPr>
          <p:cNvPr id="21" name="Text 19">
            <a:hlinkClick r:id="rId3"/>
          </p:cNvPr>
          <p:cNvSpPr/>
          <p:nvPr/>
        </p:nvSpPr>
        <p:spPr>
          <a:xfrm>
            <a:off x="2834640" y="580644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u="sng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https://github.com/jzetinob/sistema-ventas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951</Words>
  <Application>Microsoft Office PowerPoint</Application>
  <PresentationFormat>Panorámica</PresentationFormat>
  <Paragraphs>149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Publicación y Control de Versiones del Proyecto</dc:title>
  <dc:subject>PptxGenJS Presentation</dc:subject>
  <dc:creator>Josue Zetino</dc:creator>
  <cp:lastModifiedBy>1712602 - JOSUE DAVID ZETINO BOCH</cp:lastModifiedBy>
  <cp:revision>3</cp:revision>
  <dcterms:created xsi:type="dcterms:W3CDTF">2026-08-08T04:41:31Z</dcterms:created>
  <dcterms:modified xsi:type="dcterms:W3CDTF">2026-08-08T04:59:22Z</dcterms:modified>
</cp:coreProperties>
</file>