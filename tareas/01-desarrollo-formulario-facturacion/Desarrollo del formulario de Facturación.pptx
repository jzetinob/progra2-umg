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0207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zetinob/sistema-venta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zetinob/sistema-ventas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371600"/>
            <a:ext cx="4754880" cy="4754880"/>
          </a:xfrm>
          <a:prstGeom prst="ellipse">
            <a:avLst/>
          </a:prstGeom>
          <a:solidFill>
            <a:srgbClr val="44597A">
              <a:alpha val="38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" name="Shape 1"/>
          <p:cNvSpPr/>
          <p:nvPr/>
        </p:nvSpPr>
        <p:spPr>
          <a:xfrm>
            <a:off x="10424160" y="4480560"/>
            <a:ext cx="3108960" cy="3108960"/>
          </a:xfrm>
          <a:prstGeom prst="ellipse">
            <a:avLst/>
          </a:prstGeom>
          <a:solidFill>
            <a:srgbClr val="44597A">
              <a:alpha val="22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ACADÉMICO  ·  PROGRAMACIÓN 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Ventas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Facturación en Java Swing (MVC)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Josue Zetino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27939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r>
              <a:rPr lang="en-US" sz="15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500" dirty="0" err="1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</a:t>
            </a:r>
            <a:r>
              <a:rPr lang="es-GT" sz="1500" dirty="0" err="1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ón</a:t>
            </a:r>
            <a:r>
              <a:rPr lang="es-GT" sz="15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68172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07 de Agosto 2026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5349240"/>
            <a:ext cx="649224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1051560" y="534924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endParaRPr lang="en-US" sz="1300" dirty="0"/>
          </a:p>
        </p:txBody>
      </p:sp>
      <p:sp>
        <p:nvSpPr>
          <p:cNvPr id="12" name="Text 10">
            <a:hlinkClick r:id="rId3"/>
          </p:cNvPr>
          <p:cNvSpPr/>
          <p:nvPr/>
        </p:nvSpPr>
        <p:spPr>
          <a:xfrm>
            <a:off x="2240280" y="534924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https://github.com/jzetinob/sistema-ventas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proyecto en cifras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12070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 escritorio en Java Swing con arquitectura MVC y persistencia en archivos planos.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2514600" cy="283464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8FA0B8">
                <a:alpha val="2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0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 MVC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8404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· controlador · dao · modelo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1965960"/>
            <a:ext cx="2514600" cy="283464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8FA0B8">
                <a:alpha val="2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3520440" y="224028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0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703320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catálogos con CRUD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03320" y="38404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y clientes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1965960"/>
            <a:ext cx="2514600" cy="283464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8FA0B8">
                <a:alpha val="2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/>
          <p:nvPr/>
        </p:nvSpPr>
        <p:spPr>
          <a:xfrm>
            <a:off x="6355080" y="224028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0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6537960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documentadas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38404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 de la aplicación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89720" y="1965960"/>
            <a:ext cx="2514600" cy="283464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8FA0B8">
                <a:alpha val="2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9189720" y="224028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0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9372600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 externas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72600" y="38404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y CSV, sin motor de BD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51663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4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Partiendo de la estructura de proyecto entregada en clase, se implementó el formulario de facturación completo y los catálogos que lo alimentan.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Ventas  ·  Josue Zetino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desarrolló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5257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4" name="Shape 2"/>
          <p:cNvSpPr/>
          <p:nvPr/>
        </p:nvSpPr>
        <p:spPr>
          <a:xfrm>
            <a:off x="960120" y="1645920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96012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159105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facturación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956816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y NIT, fecha automática, correlativo FAC-0001, tabla de productos con cantidad, precio y subtotal, y total calculado al vuelo.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371600"/>
            <a:ext cx="5257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9" name="Shape 7"/>
          <p:cNvSpPr/>
          <p:nvPr/>
        </p:nvSpPr>
        <p:spPr>
          <a:xfrm>
            <a:off x="6720840" y="1645920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67208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69480" y="159105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Catálogos con mantenimiento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69480" y="1956816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(código, nombre, precio) y clientes (NIT, nombre, dirección, teléfono) con altas, bajas y cambios.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063240"/>
            <a:ext cx="5257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4" name="Shape 12"/>
          <p:cNvSpPr/>
          <p:nvPr/>
        </p:nvSpPr>
        <p:spPr>
          <a:xfrm>
            <a:off x="960120" y="3337560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5" name="Text 13"/>
          <p:cNvSpPr/>
          <p:nvPr/>
        </p:nvSpPr>
        <p:spPr>
          <a:xfrm>
            <a:off x="96012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328269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con autocompletado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648456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escribe el código, el NIT o el nombre y se autollenan el precio y los datos del cliente.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3063240"/>
            <a:ext cx="5257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9" name="Shape 17"/>
          <p:cNvSpPr/>
          <p:nvPr/>
        </p:nvSpPr>
        <p:spPr>
          <a:xfrm>
            <a:off x="6720840" y="3337560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0" name="Text 18"/>
          <p:cNvSpPr/>
          <p:nvPr/>
        </p:nvSpPr>
        <p:spPr>
          <a:xfrm>
            <a:off x="67208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69480" y="328269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en CSV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69480" y="3648456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archivos viven en la carpeta datos/; la información se conserva al cerrar el programa.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4754880"/>
            <a:ext cx="5257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4" name="Shape 22"/>
          <p:cNvSpPr/>
          <p:nvPr/>
        </p:nvSpPr>
        <p:spPr>
          <a:xfrm>
            <a:off x="960120" y="5029200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5" name="Text 23"/>
          <p:cNvSpPr/>
          <p:nvPr/>
        </p:nvSpPr>
        <p:spPr>
          <a:xfrm>
            <a:off x="96012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08760" y="497433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08760" y="5340096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de 8 a 13 dígitos, números de factura únicos y bloqueo de productos repetidos.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46520" y="4754880"/>
            <a:ext cx="5257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9" name="Shape 27"/>
          <p:cNvSpPr/>
          <p:nvPr/>
        </p:nvSpPr>
        <p:spPr>
          <a:xfrm>
            <a:off x="6720840" y="5029200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0" name="Text 28"/>
          <p:cNvSpPr/>
          <p:nvPr/>
        </p:nvSpPr>
        <p:spPr>
          <a:xfrm>
            <a:off x="672084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69480" y="497433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Impresión de ticket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69480" y="5340096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Imprimir con vista previa del ticket antes de enviarlo a la impresora.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Ventas  ·  Josue Zetino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Organización del código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11704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MVC repartido en cuatro paquetes, cada uno con una responsabilidad clara.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2468880" cy="2286000"/>
          </a:xfrm>
          <a:prstGeom prst="roundRect">
            <a:avLst>
              <a:gd name="adj" fmla="val 2400"/>
            </a:avLst>
          </a:prstGeom>
          <a:solidFill>
            <a:srgbClr val="13233B"/>
          </a:solidFill>
          <a:ln/>
          <a:effectLst>
            <a:outerShdw blurRad="114300" dist="25400" dir="5400000" algn="bl" rotWithShape="0">
              <a:srgbClr val="8FA0B8">
                <a:alpha val="2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1078992" y="225856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8992" y="2788920"/>
            <a:ext cx="1956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Swing: facturación, catálogos, lista de facturas y vista previa del ticket.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46704" y="2880360"/>
            <a:ext cx="274320" cy="256032"/>
          </a:xfrm>
          <a:prstGeom prst="rightArrow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8" name="Shape 6"/>
          <p:cNvSpPr/>
          <p:nvPr/>
        </p:nvSpPr>
        <p:spPr>
          <a:xfrm>
            <a:off x="3675888" y="1874520"/>
            <a:ext cx="24688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114300" dist="25400" dir="5400000" algn="bl" rotWithShape="0">
              <a:srgbClr val="8FA0B8">
                <a:alpha val="2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3931920" y="225856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controlador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931920" y="2788920"/>
            <a:ext cx="1956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los eventos de la vista, valida y decide qué hacer con los datos.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9632" y="2880360"/>
            <a:ext cx="274320" cy="256032"/>
          </a:xfrm>
          <a:prstGeom prst="rightArrow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2" name="Shape 10"/>
          <p:cNvSpPr/>
          <p:nvPr/>
        </p:nvSpPr>
        <p:spPr>
          <a:xfrm>
            <a:off x="6528816" y="1874520"/>
            <a:ext cx="24688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114300" dist="25400" dir="5400000" algn="bl" rotWithShape="0">
              <a:srgbClr val="8FA0B8">
                <a:alpha val="2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/>
          <p:nvPr/>
        </p:nvSpPr>
        <p:spPr>
          <a:xfrm>
            <a:off x="6784848" y="225856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84848" y="2788920"/>
            <a:ext cx="1956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y escritura de los archivos CSV en la carpeta datos/.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52560" y="2880360"/>
            <a:ext cx="274320" cy="256032"/>
          </a:xfrm>
          <a:prstGeom prst="rightArrow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6" name="Shape 14"/>
          <p:cNvSpPr/>
          <p:nvPr/>
        </p:nvSpPr>
        <p:spPr>
          <a:xfrm>
            <a:off x="9381744" y="1874520"/>
            <a:ext cx="24688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114300" dist="25400" dir="5400000" algn="bl" rotWithShape="0">
              <a:srgbClr val="8FA0B8">
                <a:alpha val="2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9637776" y="225856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37776" y="2788920"/>
            <a:ext cx="1956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del dominio: Factura, DetalleFactura, Producto y Cliente.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572000"/>
            <a:ext cx="10561320" cy="1051560"/>
          </a:xfrm>
          <a:prstGeom prst="roundRect">
            <a:avLst>
              <a:gd name="adj" fmla="val 5217"/>
            </a:avLst>
          </a:prstGeom>
          <a:solidFill>
            <a:srgbClr val="E4EAF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0" name="Text 18"/>
          <p:cNvSpPr/>
          <p:nvPr/>
        </p:nvSpPr>
        <p:spPr>
          <a:xfrm>
            <a:off x="1143000" y="4572000"/>
            <a:ext cx="9921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Composición:  </a:t>
            </a:r>
            <a:r>
              <a:rPr lang="en-US" sz="14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Factura contiene sus detalles, de modo que el total se recalcula automáticamente cada vez que se agrega o se quita un producto de la tabla.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Ventas  ·  Josue Zetino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572000" cy="4572000"/>
          </a:xfrm>
          <a:prstGeom prst="ellipse">
            <a:avLst/>
          </a:prstGeom>
          <a:solidFill>
            <a:srgbClr val="44597A">
              <a:alpha val="32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914400" y="2148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0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Recorrido por la aplicación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 capturas del sistema funcionando: menús, catálogos, facturación, impresión y persistencia.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Menú principal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08813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principal con la barra de menús: Archivo, Catálogos, Edición y Ayuda.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966960" y="60350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4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05940" y="1399032"/>
            <a:ext cx="8577072" cy="4881067"/>
          </a:xfrm>
          <a:prstGeom prst="roundRect">
            <a:avLst>
              <a:gd name="adj" fmla="val 375"/>
            </a:avLst>
          </a:prstGeom>
          <a:solidFill>
            <a:srgbClr val="FFFFFF"/>
          </a:solidFill>
          <a:ln/>
          <a:effectLst>
            <a:outerShdw blurRad="177800" dist="38100" dir="5400000" algn="bl" rotWithShape="0">
              <a:srgbClr val="6B7A90">
                <a:alpha val="3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7" name="Image 0" descr="/home/claude/trabajo/unpacked/ppt/media/image1.png"/>
          <p:cNvPicPr>
            <a:picLocks noChangeAspect="1"/>
          </p:cNvPicPr>
          <p:nvPr/>
        </p:nvPicPr>
        <p:blipFill>
          <a:blip r:embed="rId3"/>
          <a:srcRect b="6518"/>
          <a:stretch>
            <a:fillRect/>
          </a:stretch>
        </p:blipFill>
        <p:spPr>
          <a:xfrm>
            <a:off x="1869948" y="1463041"/>
            <a:ext cx="8449056" cy="4443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de productos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08813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completo de productos: código, nombre y precio.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966960" y="60350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4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05940" y="1399032"/>
            <a:ext cx="8577072" cy="4881067"/>
          </a:xfrm>
          <a:prstGeom prst="roundRect">
            <a:avLst>
              <a:gd name="adj" fmla="val 375"/>
            </a:avLst>
          </a:prstGeom>
          <a:solidFill>
            <a:srgbClr val="FFFFFF"/>
          </a:solidFill>
          <a:ln/>
          <a:effectLst>
            <a:outerShdw blurRad="177800" dist="38100" dir="5400000" algn="bl" rotWithShape="0">
              <a:srgbClr val="6B7A90">
                <a:alpha val="3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7" name="Image 0" descr="/home/claude/trabajo/unpacked/ppt/media/image2.png"/>
          <p:cNvPicPr>
            <a:picLocks noChangeAspect="1"/>
          </p:cNvPicPr>
          <p:nvPr/>
        </p:nvPicPr>
        <p:blipFill>
          <a:blip r:embed="rId3"/>
          <a:srcRect b="5537"/>
          <a:stretch>
            <a:fillRect/>
          </a:stretch>
        </p:blipFill>
        <p:spPr>
          <a:xfrm>
            <a:off x="1869948" y="1463040"/>
            <a:ext cx="8449056" cy="44898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de clientes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08813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de clientes con NIT, nombre, dirección y teléfono.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966960" y="60350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4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05940" y="1399032"/>
            <a:ext cx="8577072" cy="4881067"/>
          </a:xfrm>
          <a:prstGeom prst="roundRect">
            <a:avLst>
              <a:gd name="adj" fmla="val 375"/>
            </a:avLst>
          </a:prstGeom>
          <a:solidFill>
            <a:srgbClr val="FFFFFF"/>
          </a:solidFill>
          <a:ln/>
          <a:effectLst>
            <a:outerShdw blurRad="177800" dist="38100" dir="5400000" algn="bl" rotWithShape="0">
              <a:srgbClr val="6B7A90">
                <a:alpha val="3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7" name="Image 0" descr="/home/claude/trabajo/unpacked/ppt/media/image3.png"/>
          <p:cNvPicPr>
            <a:picLocks noChangeAspect="1"/>
          </p:cNvPicPr>
          <p:nvPr/>
        </p:nvPicPr>
        <p:blipFill>
          <a:blip r:embed="rId3"/>
          <a:srcRect b="6715"/>
          <a:stretch>
            <a:fillRect/>
          </a:stretch>
        </p:blipFill>
        <p:spPr>
          <a:xfrm>
            <a:off x="1869948" y="1463040"/>
            <a:ext cx="8449056" cy="443390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Menú Archivo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08813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directo a Nueva Factura, Ver Facturas y Salir.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966960" y="60350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4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05940" y="1399032"/>
            <a:ext cx="8577072" cy="4881067"/>
          </a:xfrm>
          <a:prstGeom prst="roundRect">
            <a:avLst>
              <a:gd name="adj" fmla="val 375"/>
            </a:avLst>
          </a:prstGeom>
          <a:solidFill>
            <a:srgbClr val="FFFFFF"/>
          </a:solidFill>
          <a:ln/>
          <a:effectLst>
            <a:outerShdw blurRad="177800" dist="38100" dir="5400000" algn="bl" rotWithShape="0">
              <a:srgbClr val="6B7A90">
                <a:alpha val="3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7" name="Image 0" descr="/home/claude/trabajo/unpacked/ppt/media/image4.png"/>
          <p:cNvPicPr>
            <a:picLocks noChangeAspect="1"/>
          </p:cNvPicPr>
          <p:nvPr/>
        </p:nvPicPr>
        <p:blipFill>
          <a:blip r:embed="rId3"/>
          <a:srcRect b="6126"/>
          <a:stretch>
            <a:fillRect/>
          </a:stretch>
        </p:blipFill>
        <p:spPr>
          <a:xfrm>
            <a:off x="1869948" y="1463040"/>
            <a:ext cx="8449056" cy="44618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Factura con cliente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08813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se elige del catálogo y autollena el nombre y el NIT.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966960" y="60350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4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05940" y="1399032"/>
            <a:ext cx="8577072" cy="4881067"/>
          </a:xfrm>
          <a:prstGeom prst="roundRect">
            <a:avLst>
              <a:gd name="adj" fmla="val 375"/>
            </a:avLst>
          </a:prstGeom>
          <a:solidFill>
            <a:srgbClr val="FFFFFF"/>
          </a:solidFill>
          <a:ln/>
          <a:effectLst>
            <a:outerShdw blurRad="177800" dist="38100" dir="5400000" algn="bl" rotWithShape="0">
              <a:srgbClr val="6B7A90">
                <a:alpha val="3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7" name="Image 0" descr="/home/claude/trabajo/unpacked/ppt/media/image5.png"/>
          <p:cNvPicPr>
            <a:picLocks noChangeAspect="1"/>
          </p:cNvPicPr>
          <p:nvPr/>
        </p:nvPicPr>
        <p:blipFill>
          <a:blip r:embed="rId3"/>
          <a:srcRect b="5341"/>
          <a:stretch>
            <a:fillRect/>
          </a:stretch>
        </p:blipFill>
        <p:spPr>
          <a:xfrm>
            <a:off x="1869948" y="1463040"/>
            <a:ext cx="8449056" cy="44992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Buscador de productos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08813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Sugerencias con autocompletado al escribir el código o el nombre del producto.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966960" y="60350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4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05940" y="1399032"/>
            <a:ext cx="8577072" cy="4881067"/>
          </a:xfrm>
          <a:prstGeom prst="roundRect">
            <a:avLst>
              <a:gd name="adj" fmla="val 375"/>
            </a:avLst>
          </a:prstGeom>
          <a:solidFill>
            <a:srgbClr val="FFFFFF"/>
          </a:solidFill>
          <a:ln/>
          <a:effectLst>
            <a:outerShdw blurRad="177800" dist="38100" dir="5400000" algn="bl" rotWithShape="0">
              <a:srgbClr val="6B7A90">
                <a:alpha val="3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7" name="Image 0" descr="/home/claude/trabajo/unpacked/ppt/media/image6.png"/>
          <p:cNvPicPr>
            <a:picLocks noChangeAspect="1"/>
          </p:cNvPicPr>
          <p:nvPr/>
        </p:nvPicPr>
        <p:blipFill>
          <a:blip r:embed="rId3"/>
          <a:srcRect b="5733"/>
          <a:stretch>
            <a:fillRect/>
          </a:stretch>
        </p:blipFill>
        <p:spPr>
          <a:xfrm>
            <a:off x="1869948" y="1463041"/>
            <a:ext cx="8449056" cy="4480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Factura completa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08813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agregado con cantidad y subtotal; el total se actualiza al vuelo (Q550.00).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966960" y="60350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4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05940" y="1399032"/>
            <a:ext cx="8577072" cy="4881067"/>
          </a:xfrm>
          <a:prstGeom prst="roundRect">
            <a:avLst>
              <a:gd name="adj" fmla="val 375"/>
            </a:avLst>
          </a:prstGeom>
          <a:solidFill>
            <a:srgbClr val="FFFFFF"/>
          </a:solidFill>
          <a:ln/>
          <a:effectLst>
            <a:outerShdw blurRad="177800" dist="38100" dir="5400000" algn="bl" rotWithShape="0">
              <a:srgbClr val="6B7A90">
                <a:alpha val="3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7" name="Image 0" descr="/home/claude/trabajo/unpacked/ppt/media/image7.png"/>
          <p:cNvPicPr>
            <a:picLocks noChangeAspect="1"/>
          </p:cNvPicPr>
          <p:nvPr/>
        </p:nvPicPr>
        <p:blipFill>
          <a:blip r:embed="rId3"/>
          <a:srcRect b="6322"/>
          <a:stretch>
            <a:fillRect/>
          </a:stretch>
        </p:blipFill>
        <p:spPr>
          <a:xfrm>
            <a:off x="1869948" y="1463041"/>
            <a:ext cx="8449056" cy="44525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de facturas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08813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registradas con los botones de consulta y mantenimiento.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966960" y="60350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4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05940" y="1399032"/>
            <a:ext cx="8577072" cy="4881067"/>
          </a:xfrm>
          <a:prstGeom prst="roundRect">
            <a:avLst>
              <a:gd name="adj" fmla="val 375"/>
            </a:avLst>
          </a:prstGeom>
          <a:solidFill>
            <a:srgbClr val="FFFFFF"/>
          </a:solidFill>
          <a:ln/>
          <a:effectLst>
            <a:outerShdw blurRad="177800" dist="38100" dir="5400000" algn="bl" rotWithShape="0">
              <a:srgbClr val="6B7A90">
                <a:alpha val="3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7" name="Image 0" descr="/home/claude/trabajo/unpacked/ppt/media/image8.png"/>
          <p:cNvPicPr>
            <a:picLocks noChangeAspect="1"/>
          </p:cNvPicPr>
          <p:nvPr/>
        </p:nvPicPr>
        <p:blipFill>
          <a:blip r:embed="rId3"/>
          <a:srcRect b="6126"/>
          <a:stretch>
            <a:fillRect/>
          </a:stretch>
        </p:blipFill>
        <p:spPr>
          <a:xfrm>
            <a:off x="1869948" y="1463040"/>
            <a:ext cx="8449056" cy="44618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Detalle de la factura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08813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Productos, cantidades y totales de una factura ya guardada.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966960" y="60350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4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05940" y="1399032"/>
            <a:ext cx="8577072" cy="4881067"/>
          </a:xfrm>
          <a:prstGeom prst="roundRect">
            <a:avLst>
              <a:gd name="adj" fmla="val 375"/>
            </a:avLst>
          </a:prstGeom>
          <a:solidFill>
            <a:srgbClr val="FFFFFF"/>
          </a:solidFill>
          <a:ln/>
          <a:effectLst>
            <a:outerShdw blurRad="177800" dist="38100" dir="5400000" algn="bl" rotWithShape="0">
              <a:srgbClr val="6B7A90">
                <a:alpha val="3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7" name="Image 0" descr="/home/claude/trabajo/unpacked/ppt/media/image9.png"/>
          <p:cNvPicPr>
            <a:picLocks noChangeAspect="1"/>
          </p:cNvPicPr>
          <p:nvPr/>
        </p:nvPicPr>
        <p:blipFill>
          <a:blip r:embed="rId3"/>
          <a:srcRect b="5733"/>
          <a:stretch>
            <a:fillRect/>
          </a:stretch>
        </p:blipFill>
        <p:spPr>
          <a:xfrm>
            <a:off x="1869948" y="1463041"/>
            <a:ext cx="8449056" cy="4480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previa del ticket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08813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Previsualización del ticket antes de enviarlo a la impresora.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966960" y="60350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4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05940" y="1399032"/>
            <a:ext cx="8577072" cy="4881067"/>
          </a:xfrm>
          <a:prstGeom prst="roundRect">
            <a:avLst>
              <a:gd name="adj" fmla="val 375"/>
            </a:avLst>
          </a:prstGeom>
          <a:solidFill>
            <a:srgbClr val="FFFFFF"/>
          </a:solidFill>
          <a:ln/>
          <a:effectLst>
            <a:outerShdw blurRad="177800" dist="38100" dir="5400000" algn="bl" rotWithShape="0">
              <a:srgbClr val="6B7A90">
                <a:alpha val="3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7" name="Image 0" descr="/home/claude/trabajo/unpacked/ppt/media/image10.png"/>
          <p:cNvPicPr>
            <a:picLocks noChangeAspect="1"/>
          </p:cNvPicPr>
          <p:nvPr/>
        </p:nvPicPr>
        <p:blipFill>
          <a:blip r:embed="rId3"/>
          <a:srcRect b="5929"/>
          <a:stretch>
            <a:fillRect/>
          </a:stretch>
        </p:blipFill>
        <p:spPr>
          <a:xfrm>
            <a:off x="1869948" y="1463040"/>
            <a:ext cx="8449056" cy="44712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Archivos CSV generados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08813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datos/ con los archivos que crea la aplicación al guardar.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966960" y="60350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4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05940" y="1399032"/>
            <a:ext cx="8577072" cy="4881067"/>
          </a:xfrm>
          <a:prstGeom prst="roundRect">
            <a:avLst>
              <a:gd name="adj" fmla="val 375"/>
            </a:avLst>
          </a:prstGeom>
          <a:solidFill>
            <a:srgbClr val="FFFFFF"/>
          </a:solidFill>
          <a:ln/>
          <a:effectLst>
            <a:outerShdw blurRad="177800" dist="38100" dir="5400000" algn="bl" rotWithShape="0">
              <a:srgbClr val="6B7A90">
                <a:alpha val="3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7" name="Image 0" descr="/home/claude/trabajo/unpacked/ppt/media/image11.png"/>
          <p:cNvPicPr>
            <a:picLocks noChangeAspect="1"/>
          </p:cNvPicPr>
          <p:nvPr/>
        </p:nvPicPr>
        <p:blipFill>
          <a:blip r:embed="rId3"/>
          <a:srcRect l="13206" b="5733"/>
          <a:stretch>
            <a:fillRect/>
          </a:stretch>
        </p:blipFill>
        <p:spPr>
          <a:xfrm>
            <a:off x="2427872" y="1599285"/>
            <a:ext cx="7333208" cy="4480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de clientes.csv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08813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guardados en texto plano y recuperados al reiniciar el programa.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966960" y="60350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4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05940" y="1399032"/>
            <a:ext cx="8577072" cy="4881067"/>
          </a:xfrm>
          <a:prstGeom prst="roundRect">
            <a:avLst>
              <a:gd name="adj" fmla="val 375"/>
            </a:avLst>
          </a:prstGeom>
          <a:solidFill>
            <a:srgbClr val="FFFFFF"/>
          </a:solidFill>
          <a:ln/>
          <a:effectLst>
            <a:outerShdw blurRad="177800" dist="38100" dir="5400000" algn="bl" rotWithShape="0">
              <a:srgbClr val="6B7A90">
                <a:alpha val="3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7" name="Image 0" descr="/home/claude/trabajo/unpacked/ppt/media/image12.png"/>
          <p:cNvPicPr>
            <a:picLocks noChangeAspect="1"/>
          </p:cNvPicPr>
          <p:nvPr/>
        </p:nvPicPr>
        <p:blipFill>
          <a:blip r:embed="rId3"/>
          <a:srcRect l="13318" b="9388"/>
          <a:stretch>
            <a:fillRect/>
          </a:stretch>
        </p:blipFill>
        <p:spPr>
          <a:xfrm>
            <a:off x="2510261" y="1686153"/>
            <a:ext cx="7323877" cy="43068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Dificultades encontradas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11704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problemas que costaron más tiempo y cómo se resolvieron.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2578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960120" y="1984248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96012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92938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Enlazar factura y catálogos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31343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principio se usaron combos, pero con varios productos resultaban incómodos de manejar.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08760" y="29900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 </a:t>
            </a:r>
            <a:r>
              <a:rPr lang="en-US" sz="1200" dirty="0">
                <a:solidFill>
                  <a:srgbClr val="44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reemplazaron por un buscador con autocompletado.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1691640"/>
            <a:ext cx="52578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1" name="Shape 9"/>
          <p:cNvSpPr/>
          <p:nvPr/>
        </p:nvSpPr>
        <p:spPr>
          <a:xfrm>
            <a:off x="6720840" y="1984248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672084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69480" y="192938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Correlativo de la factura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69480" y="231343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se quemaba al abrir y cerrar el formulario sin guardar, y se desordenaba al eliminar la última factura.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69480" y="29900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 </a:t>
            </a:r>
            <a:r>
              <a:rPr lang="en-US" sz="1200" dirty="0">
                <a:solidFill>
                  <a:srgbClr val="44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guardó un contador aparte y se corrigió la generación del número.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52578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7" name="Shape 15"/>
          <p:cNvSpPr/>
          <p:nvPr/>
        </p:nvSpPr>
        <p:spPr>
          <a:xfrm>
            <a:off x="960120" y="4270248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/>
          <p:nvPr/>
        </p:nvSpPr>
        <p:spPr>
          <a:xfrm>
            <a:off x="96012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21538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de datos en CSV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459943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valores que contenían puntos y comas rompían el archivo al volver a leerlo.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08760" y="52760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 </a:t>
            </a:r>
            <a:r>
              <a:rPr lang="en-US" sz="1200" dirty="0">
                <a:solidFill>
                  <a:srgbClr val="44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escaparon esos caracteres al escribir y leer cada registro.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46520" y="3977640"/>
            <a:ext cx="52578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3" name="Shape 21"/>
          <p:cNvSpPr/>
          <p:nvPr/>
        </p:nvSpPr>
        <p:spPr>
          <a:xfrm>
            <a:off x="6720840" y="4270248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4" name="Text 22"/>
          <p:cNvSpPr/>
          <p:nvPr/>
        </p:nvSpPr>
        <p:spPr>
          <a:xfrm>
            <a:off x="672084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69480" y="421538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compilación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69480" y="459943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configuración inicial exigía una versión de Java más nueva que la instalada.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69480" y="52760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 </a:t>
            </a:r>
            <a:r>
              <a:rPr lang="en-US" sz="1200" dirty="0">
                <a:solidFill>
                  <a:srgbClr val="44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ajustó el nivel de compilación del proyecto.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Ventas  ·  Josue Zetino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3566160"/>
            <a:ext cx="4206240" cy="4206240"/>
          </a:xfrm>
          <a:prstGeom prst="ellipse">
            <a:avLst/>
          </a:prstGeom>
          <a:solidFill>
            <a:srgbClr val="44597A">
              <a:alpha val="35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" name="Shape 1"/>
          <p:cNvSpPr/>
          <p:nvPr/>
        </p:nvSpPr>
        <p:spPr>
          <a:xfrm>
            <a:off x="-1188720" y="-1554480"/>
            <a:ext cx="3474720" cy="3474720"/>
          </a:xfrm>
          <a:prstGeom prst="ellipse">
            <a:avLst/>
          </a:prstGeom>
          <a:solidFill>
            <a:srgbClr val="44597A">
              <a:alpha val="20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914400" y="2057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 fuente del proyecto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88036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MVC completa, catálogos, formulario de facturación y archivos CSV de ejemplo.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657600"/>
            <a:ext cx="7498080" cy="777240"/>
          </a:xfrm>
          <a:prstGeom prst="roundRect">
            <a:avLst>
              <a:gd name="adj" fmla="val 10588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7" name="Text 5">
            <a:hlinkClick r:id="rId3"/>
          </p:cNvPr>
          <p:cNvSpPr/>
          <p:nvPr/>
        </p:nvSpPr>
        <p:spPr>
          <a:xfrm>
            <a:off x="1234440" y="365760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u="sng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https://github.com/jzetinob/sistema-ventas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4846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Josue Zetino  ·  Programación II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868</Words>
  <Application>Microsoft Office PowerPoint</Application>
  <PresentationFormat>Panorámica</PresentationFormat>
  <Paragraphs>165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Ventas - Java Swing (MVC)</dc:title>
  <dc:subject>PptxGenJS Presentation</dc:subject>
  <dc:creator>Josue Zetino</dc:creator>
  <cp:lastModifiedBy>1712602 - JOSUE DAVID ZETINO BOCH</cp:lastModifiedBy>
  <cp:revision>3</cp:revision>
  <dcterms:created xsi:type="dcterms:W3CDTF">2026-08-08T00:20:34Z</dcterms:created>
  <dcterms:modified xsi:type="dcterms:W3CDTF">2026-08-08T01:19:50Z</dcterms:modified>
</cp:coreProperties>
</file>